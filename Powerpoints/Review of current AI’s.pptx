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1" r:id="rId5"/>
    <p:sldId id="264" r:id="rId6"/>
    <p:sldId id="257" r:id="rId7"/>
    <p:sldId id="260" r:id="rId8"/>
    <p:sldId id="263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2EFEE1-EA5F-41D4-84FC-125A5D9A85FB}" v="15" dt="2023-07-31T14:08:52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8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Wilmouth" userId="85056c0026e84f74" providerId="LiveId" clId="{A82EFEE1-EA5F-41D4-84FC-125A5D9A85FB}"/>
    <pc:docChg chg="undo custSel addSld modSld">
      <pc:chgData name="Edward Wilmouth" userId="85056c0026e84f74" providerId="LiveId" clId="{A82EFEE1-EA5F-41D4-84FC-125A5D9A85FB}" dt="2023-07-31T14:09:16.662" v="411" actId="27636"/>
      <pc:docMkLst>
        <pc:docMk/>
      </pc:docMkLst>
      <pc:sldChg chg="addSp delSp modSp add mod">
        <pc:chgData name="Edward Wilmouth" userId="85056c0026e84f74" providerId="LiveId" clId="{A82EFEE1-EA5F-41D4-84FC-125A5D9A85FB}" dt="2023-07-31T14:09:16.662" v="411" actId="27636"/>
        <pc:sldMkLst>
          <pc:docMk/>
          <pc:sldMk cId="2419726448" sldId="268"/>
        </pc:sldMkLst>
        <pc:spChg chg="mod">
          <ac:chgData name="Edward Wilmouth" userId="85056c0026e84f74" providerId="LiveId" clId="{A82EFEE1-EA5F-41D4-84FC-125A5D9A85FB}" dt="2023-07-31T14:07:47.584" v="400" actId="26606"/>
          <ac:spMkLst>
            <pc:docMk/>
            <pc:sldMk cId="2419726448" sldId="268"/>
            <ac:spMk id="2" creationId="{BF1E3BC0-63EB-95DA-578A-F4842FA7D43A}"/>
          </ac:spMkLst>
        </pc:spChg>
        <pc:spChg chg="mod">
          <ac:chgData name="Edward Wilmouth" userId="85056c0026e84f74" providerId="LiveId" clId="{A82EFEE1-EA5F-41D4-84FC-125A5D9A85FB}" dt="2023-07-31T14:09:16.662" v="411" actId="27636"/>
          <ac:spMkLst>
            <pc:docMk/>
            <pc:sldMk cId="2419726448" sldId="268"/>
            <ac:spMk id="3" creationId="{D7E9A752-F903-956D-A3C1-69FC669D3B84}"/>
          </ac:spMkLst>
        </pc:spChg>
        <pc:spChg chg="del">
          <ac:chgData name="Edward Wilmouth" userId="85056c0026e84f74" providerId="LiveId" clId="{A82EFEE1-EA5F-41D4-84FC-125A5D9A85FB}" dt="2023-07-31T14:07:47.584" v="400" actId="26606"/>
          <ac:spMkLst>
            <pc:docMk/>
            <pc:sldMk cId="2419726448" sldId="268"/>
            <ac:spMk id="29" creationId="{F821940F-7A1D-4ACC-85B4-A932898ABB37}"/>
          </ac:spMkLst>
        </pc:spChg>
        <pc:spChg chg="del">
          <ac:chgData name="Edward Wilmouth" userId="85056c0026e84f74" providerId="LiveId" clId="{A82EFEE1-EA5F-41D4-84FC-125A5D9A85FB}" dt="2023-07-31T14:07:47.584" v="400" actId="26606"/>
          <ac:spMkLst>
            <pc:docMk/>
            <pc:sldMk cId="2419726448" sldId="268"/>
            <ac:spMk id="30" creationId="{16674508-81D3-48CF-96BF-7FC60EAA572A}"/>
          </ac:spMkLst>
        </pc:spChg>
        <pc:spChg chg="add">
          <ac:chgData name="Edward Wilmouth" userId="85056c0026e84f74" providerId="LiveId" clId="{A82EFEE1-EA5F-41D4-84FC-125A5D9A85FB}" dt="2023-07-31T14:07:47.584" v="400" actId="26606"/>
          <ac:spMkLst>
            <pc:docMk/>
            <pc:sldMk cId="2419726448" sldId="268"/>
            <ac:spMk id="3081" creationId="{131BAD53-4E89-4F62-BBB7-26359763ED39}"/>
          </ac:spMkLst>
        </pc:spChg>
        <pc:spChg chg="add">
          <ac:chgData name="Edward Wilmouth" userId="85056c0026e84f74" providerId="LiveId" clId="{A82EFEE1-EA5F-41D4-84FC-125A5D9A85FB}" dt="2023-07-31T14:07:47.584" v="400" actId="26606"/>
          <ac:spMkLst>
            <pc:docMk/>
            <pc:sldMk cId="2419726448" sldId="268"/>
            <ac:spMk id="3083" creationId="{62756DA2-40EB-4C6F-B962-5822FFB54FB6}"/>
          </ac:spMkLst>
        </pc:spChg>
        <pc:picChg chg="add mod">
          <ac:chgData name="Edward Wilmouth" userId="85056c0026e84f74" providerId="LiveId" clId="{A82EFEE1-EA5F-41D4-84FC-125A5D9A85FB}" dt="2023-07-31T14:07:53.700" v="401"/>
          <ac:picMkLst>
            <pc:docMk/>
            <pc:sldMk cId="2419726448" sldId="268"/>
            <ac:picMk id="4" creationId="{808B9990-ED72-66D4-3BB7-1803F6AC223A}"/>
          </ac:picMkLst>
        </pc:picChg>
        <pc:picChg chg="del mod">
          <ac:chgData name="Edward Wilmouth" userId="85056c0026e84f74" providerId="LiveId" clId="{A82EFEE1-EA5F-41D4-84FC-125A5D9A85FB}" dt="2023-07-31T14:07:31.539" v="395" actId="478"/>
          <ac:picMkLst>
            <pc:docMk/>
            <pc:sldMk cId="2419726448" sldId="268"/>
            <ac:picMk id="5" creationId="{F14D25E9-FDE9-0E00-1721-81033AD15DB6}"/>
          </ac:picMkLst>
        </pc:picChg>
        <pc:picChg chg="del">
          <ac:chgData name="Edward Wilmouth" userId="85056c0026e84f74" providerId="LiveId" clId="{A82EFEE1-EA5F-41D4-84FC-125A5D9A85FB}" dt="2023-07-31T14:06:47.895" v="394" actId="478"/>
          <ac:picMkLst>
            <pc:docMk/>
            <pc:sldMk cId="2419726448" sldId="268"/>
            <ac:picMk id="6" creationId="{0A5423EE-E0AA-C811-9269-EC28DBBAD922}"/>
          </ac:picMkLst>
        </pc:picChg>
        <pc:picChg chg="add del mod">
          <ac:chgData name="Edward Wilmouth" userId="85056c0026e84f74" providerId="LiveId" clId="{A82EFEE1-EA5F-41D4-84FC-125A5D9A85FB}" dt="2023-07-31T14:07:40.135" v="399" actId="21"/>
          <ac:picMkLst>
            <pc:docMk/>
            <pc:sldMk cId="2419726448" sldId="268"/>
            <ac:picMk id="3074" creationId="{E67269E3-54FD-6B35-DEC5-51702DC68E9A}"/>
          </ac:picMkLst>
        </pc:picChg>
        <pc:picChg chg="add mod">
          <ac:chgData name="Edward Wilmouth" userId="85056c0026e84f74" providerId="LiveId" clId="{A82EFEE1-EA5F-41D4-84FC-125A5D9A85FB}" dt="2023-07-31T14:08:52.092" v="405" actId="1076"/>
          <ac:picMkLst>
            <pc:docMk/>
            <pc:sldMk cId="2419726448" sldId="268"/>
            <ac:picMk id="3076" creationId="{16DDB3E3-7E43-0ED4-C0C2-F2EDC7C3F5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80A0-184A-1BAB-CDA0-FBA8F1A2D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2856C-8B33-F98E-D3F3-EE34A2BDE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63B7D-BF31-DA22-86A5-6366809EE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FEF79-548B-261D-4300-833BF983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1FD92-42DE-CCB2-3C66-4FDBDB58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37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FA8E-DB48-2EE3-0C77-9220A9FF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18586-D928-E6EB-324F-2788DA88A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25B9C-4CB3-ABC9-154C-22C0876F1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BC01F-A5BB-EBB2-A86B-9DD909EA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E2ADE-D13C-AAEF-28B7-97FFF425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5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39A0-8DFE-B11F-7636-4233CF927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1E79F-873D-8CDA-425D-0642BDC20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381B5-B3F9-74E9-80C0-87674BAEE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93791-6F39-5AA0-D40B-8EDB3DEA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2AB6F-0C28-8132-6972-11A3EF7F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31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5E51-4276-0007-BB5D-BB9FF74A9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3267F-EFA5-48D6-5555-3E37A60E9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B2F98-9BAE-70D2-CE05-FBB2FA791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144BF-2089-42DF-B52A-259B4271E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E66F5-F9B0-FB55-DBE8-67E95607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E934A-8A07-2D62-EA54-EBEF83A1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056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2D26B-26A0-F0D8-535B-7AEC9BBA3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F759E-055F-AE2F-23E4-9D3B3B3FE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E620A-C0BD-0B9F-C0EB-69A138684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6ED1A-7569-FAA2-6D92-FD83EAA61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FADA51-0968-E140-07E9-693EE177A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5B7413-E5E0-3C21-2D67-30FB92FC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CE756A-DC8D-6B72-4C20-14174471F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2E047-C14E-A36E-8F42-E77F66B0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589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AEDE-CDE2-1921-C9F3-6ECE4C33E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5FEBE-A3AE-01BD-56FE-92D4DFE2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A87706-0BDA-C146-F062-D7F5DDA9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E22BC-3D7E-8FC8-2B90-068CC7A0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26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057C4-1C96-BF3E-A2DF-0BE2D55B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92D09-B42C-0CDF-7B0E-D334DB1E9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8AA5C-92A0-3AD5-528A-6719720B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4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5381-4E87-BBEB-B732-896B08AB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DDE78-8866-20E5-CD25-469317B7E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A9D1B-990D-3CFA-42FC-7EE822BEF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476B5-6C5D-FD20-A874-9265CCD6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29E8F-CEB0-F43F-B06F-D31E4C9A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44559-8ACD-8710-3266-20FFE8EB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5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C5C7A-79BB-E1F7-A52F-E526E98D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17235F-62A8-90EF-7506-A78C28513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A2C77-2F04-D037-4E56-7B4889A91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4540D-A1B0-9405-5FFB-E32C0F98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7E342-2EF9-EE86-E4A1-5F6030B5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01DA-C42D-4A8D-E4DA-C6B82D7C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78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718AE-E063-39F8-BB02-64BD4FB12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9EDFB-77F5-DFB3-25F6-8CA31F791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D9CFC-4E2A-4748-CF4C-C3580117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EB694-C179-C13F-AF92-F064579B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D4F46-3E52-B0BE-22EE-4EE4535F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19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8B3F69-5B35-5E02-61D7-53FB34A1C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75B63-3F02-699B-9879-8A41F5128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12A15-5BCA-0F27-5813-48455851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76DB7-1C2D-3805-2795-0C9D4F94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0040-9044-1F6A-0259-F541A5E5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51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8C3EF-55E9-C64C-E5D6-FCF03D96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3CA60-034E-AB7F-39BF-9971D588A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67AF5-B189-5D15-99BC-68BDB82C9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20E91-52CC-483F-A34B-FC3E28BF538A}" type="datetimeFigureOut">
              <a:rPr lang="en-GB" smtClean="0"/>
              <a:t>31/07/2023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B58EA-1A79-A4D9-AD34-49BD8BBD7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A10F6-00F3-F4DE-E66A-A98E2FA46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67416-EF60-4E0F-B9B1-DFD5F914F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106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stract background">
            <a:extLst>
              <a:ext uri="{FF2B5EF4-FFF2-40B4-BE49-F238E27FC236}">
                <a16:creationId xmlns:a16="http://schemas.microsoft.com/office/drawing/2014/main" id="{3771B0D9-74A4-011A-6C52-48140727CB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84" t="9091" r="6169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199BF-79FA-461D-46AC-B3D3C841A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>
                <a:solidFill>
                  <a:schemeClr val="bg1"/>
                </a:solidFill>
              </a:rPr>
              <a:t>Review of current AI’s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059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A2669-5F07-BBA7-6810-2BCB24E1A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GB" dirty="0"/>
              <a:t>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82F7-9265-9098-82A5-DAD918F92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GB" sz="2000" dirty="0"/>
              <a:t>Given data, can produce graphs but relies on 3</a:t>
            </a:r>
            <a:r>
              <a:rPr lang="en-GB" sz="2000" baseline="30000" dirty="0"/>
              <a:t>rd</a:t>
            </a:r>
            <a:r>
              <a:rPr lang="en-GB" sz="2000" dirty="0"/>
              <a:t> party software</a:t>
            </a:r>
          </a:p>
          <a:p>
            <a:r>
              <a:rPr lang="en-GB" sz="2000" dirty="0"/>
              <a:t>Limit on data input and output</a:t>
            </a:r>
          </a:p>
          <a:p>
            <a:r>
              <a:rPr lang="en-GB" sz="2000" dirty="0"/>
              <a:t>Summarisation of data is very weak</a:t>
            </a:r>
          </a:p>
          <a:p>
            <a:r>
              <a:rPr lang="en-GB" sz="2000" dirty="0"/>
              <a:t>Can write code very well</a:t>
            </a:r>
          </a:p>
          <a:p>
            <a:pPr lvl="1"/>
            <a:r>
              <a:rPr lang="en-GB" sz="2000" dirty="0"/>
              <a:t>e.g. Python and LaTeX</a:t>
            </a:r>
          </a:p>
          <a:p>
            <a:r>
              <a:rPr lang="en-GB" sz="2000" dirty="0"/>
              <a:t>Convincingly fakes data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69F0530-1515-E14B-8257-696A4EA77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733" y="2194102"/>
            <a:ext cx="6638600" cy="277161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059EFCF-7E0F-B1C3-2F05-E31E8A1F3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613" y="474540"/>
            <a:ext cx="833120" cy="83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030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A2669-5F07-BBA7-6810-2BCB24E1A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GB" dirty="0"/>
              <a:t>Google Bard</a:t>
            </a:r>
          </a:p>
        </p:txBody>
      </p:sp>
      <p:pic>
        <p:nvPicPr>
          <p:cNvPr id="8" name="Picture 7" descr="A screenshot of a chat&#10;&#10;Description automatically generated">
            <a:extLst>
              <a:ext uri="{FF2B5EF4-FFF2-40B4-BE49-F238E27FC236}">
                <a16:creationId xmlns:a16="http://schemas.microsoft.com/office/drawing/2014/main" id="{BB7AFE44-7F0F-41EA-5393-777BACD48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918" y="553454"/>
            <a:ext cx="7157332" cy="2469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82F7-9265-9098-82A5-DAD918F92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3680" y="4047012"/>
            <a:ext cx="7670799" cy="2398713"/>
          </a:xfrm>
        </p:spPr>
        <p:txBody>
          <a:bodyPr anchor="ctr">
            <a:noAutofit/>
          </a:bodyPr>
          <a:lstStyle/>
          <a:p>
            <a:r>
              <a:rPr lang="en-GB" sz="2000" dirty="0"/>
              <a:t>An equivalent to ChatGPT, but can access the internet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Summarize articles and web pages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Better at text summarisation and mathematics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Brainstorm and generate content ideas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Write taglines and short descriptions for inspiration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Compare research and data in a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 err="1"/>
              <a:t>BardAPI</a:t>
            </a:r>
            <a:r>
              <a:rPr lang="en-GB" sz="2000" dirty="0"/>
              <a:t> ‘available’ but not all users can access Bard</a:t>
            </a:r>
          </a:p>
          <a:p>
            <a:r>
              <a:rPr lang="en-GB" sz="2000" dirty="0"/>
              <a:t>Convert an image containing a formula to corresponding LaTeX code</a:t>
            </a:r>
          </a:p>
        </p:txBody>
      </p:sp>
      <p:pic>
        <p:nvPicPr>
          <p:cNvPr id="6" name="Picture 5" descr="A colorful stars on a black background&#10;&#10;Description automatically generated">
            <a:extLst>
              <a:ext uri="{FF2B5EF4-FFF2-40B4-BE49-F238E27FC236}">
                <a16:creationId xmlns:a16="http://schemas.microsoft.com/office/drawing/2014/main" id="{0DCEB047-E268-86CE-CFBF-9D33E97E4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664" y="412275"/>
            <a:ext cx="949165" cy="94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97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57EB4-2B2A-1885-A0ED-1BD831A3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GB" dirty="0"/>
              <a:t>LaTeX OCR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54AE5-970D-2681-657C-F1292CB18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GB" sz="2000" dirty="0"/>
              <a:t>Convert an image containing a formula to corresponding LaTeX code</a:t>
            </a:r>
          </a:p>
          <a:p>
            <a:r>
              <a:rPr lang="en-GB" sz="2000" dirty="0"/>
              <a:t>Due to being open source, can easily be embedded into a larger Python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9C603-164A-F067-FB65-1BD9520B5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917473"/>
            <a:ext cx="6155141" cy="3046795"/>
          </a:xfrm>
          <a:prstGeom prst="rect">
            <a:avLst/>
          </a:prstGeom>
        </p:spPr>
      </p:pic>
      <p:pic>
        <p:nvPicPr>
          <p:cNvPr id="6" name="Picture 5" descr="A black cat in a circle&#10;&#10;Description automatically generated">
            <a:extLst>
              <a:ext uri="{FF2B5EF4-FFF2-40B4-BE49-F238E27FC236}">
                <a16:creationId xmlns:a16="http://schemas.microsoft.com/office/drawing/2014/main" id="{5E1CE0AE-C66A-68C8-1CEC-5CE644781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860" y="421640"/>
            <a:ext cx="949164" cy="94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3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1" name="Rectangle 7190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3" name="Freeform: Shape 7192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57EB4-2B2A-1885-A0ED-1BD831A3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GB"/>
              <a:t>AnyPicker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15E3E0-E7DD-96C7-5C68-10629FFE2C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13044"/>
          <a:stretch/>
        </p:blipFill>
        <p:spPr>
          <a:xfrm>
            <a:off x="464696" y="378090"/>
            <a:ext cx="10604012" cy="27431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54AE5-970D-2681-657C-F1292CB18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1579" y="3296651"/>
            <a:ext cx="5723021" cy="3842406"/>
          </a:xfrm>
        </p:spPr>
        <p:txBody>
          <a:bodyPr anchor="ctr">
            <a:normAutofit/>
          </a:bodyPr>
          <a:lstStyle/>
          <a:p>
            <a:r>
              <a:rPr lang="en-GB" sz="2400" dirty="0"/>
              <a:t>A.I. powered no code web scraper</a:t>
            </a:r>
          </a:p>
          <a:p>
            <a:r>
              <a:rPr lang="en-GB" sz="2400" dirty="0"/>
              <a:t>Free web data scraper</a:t>
            </a:r>
          </a:p>
          <a:p>
            <a:r>
              <a:rPr lang="en-GB" sz="2400" dirty="0"/>
              <a:t>AI pattern recognition</a:t>
            </a:r>
          </a:p>
          <a:p>
            <a:r>
              <a:rPr lang="en-GB" sz="2400" dirty="0"/>
              <a:t>Works with any website</a:t>
            </a:r>
          </a:p>
          <a:p>
            <a:r>
              <a:rPr lang="en-GB" sz="2400" dirty="0"/>
              <a:t>Can export Excel and CSV format</a:t>
            </a:r>
          </a:p>
          <a:p>
            <a:r>
              <a:rPr lang="en-GB" sz="2400" dirty="0"/>
              <a:t>Can download images</a:t>
            </a:r>
          </a:p>
          <a:p>
            <a:r>
              <a:rPr lang="en-GB" sz="2400" dirty="0"/>
              <a:t>Browser extension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30D13B8-C2D2-2173-C666-B6E01F86D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110" y="413406"/>
            <a:ext cx="949164" cy="94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36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3EFA6C3-82DC-4131-9929-2523E6FD0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3B5523-FF59-1B71-05F9-BDD88833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59" y="1041231"/>
            <a:ext cx="5816361" cy="133083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Consensus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EC9469E-14CA-4358-BABC-CBF836A61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69680" cy="767978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1">
            <a:extLst>
              <a:ext uri="{FF2B5EF4-FFF2-40B4-BE49-F238E27FC236}">
                <a16:creationId xmlns:a16="http://schemas.microsoft.com/office/drawing/2014/main" id="{048EB4C9-ACAF-4CCA-BA6E-93144319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5753" y="6027658"/>
            <a:ext cx="7906247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7E7D69-6077-F91E-12AC-23F7CCCA98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827"/>
          <a:stretch/>
        </p:blipFill>
        <p:spPr>
          <a:xfrm>
            <a:off x="530859" y="2550039"/>
            <a:ext cx="7109461" cy="34947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5F3B1-412B-E3F0-3A15-E1D2C13E2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2085" y="3201228"/>
            <a:ext cx="3891280" cy="39085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kern="1200" dirty="0">
                <a:latin typeface="+mn-lt"/>
                <a:ea typeface="+mn-ea"/>
                <a:cs typeface="+mn-cs"/>
              </a:rPr>
              <a:t>Information accurately taken solely from research papers</a:t>
            </a:r>
          </a:p>
          <a:p>
            <a:r>
              <a:rPr lang="en-US" sz="2000" kern="1200" dirty="0">
                <a:latin typeface="+mn-lt"/>
                <a:ea typeface="+mn-ea"/>
                <a:cs typeface="+mn-cs"/>
              </a:rPr>
              <a:t>Can save time in searching for dat</a:t>
            </a:r>
            <a:r>
              <a:rPr lang="en-US" sz="2000" dirty="0"/>
              <a:t>a in academic reports</a:t>
            </a:r>
          </a:p>
          <a:p>
            <a:r>
              <a:rPr lang="en-US" sz="2000" kern="1200" dirty="0">
                <a:latin typeface="+mn-lt"/>
                <a:ea typeface="+mn-ea"/>
                <a:cs typeface="+mn-cs"/>
              </a:rPr>
              <a:t>Hard to embed into </a:t>
            </a:r>
            <a:r>
              <a:rPr lang="en-US" sz="2000" dirty="0"/>
              <a:t>Python project</a:t>
            </a:r>
            <a:endParaRPr lang="en-US" sz="20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Picture 2" descr="Consensus - Crunchbase Company Profile &amp; Funding">
            <a:extLst>
              <a:ext uri="{FF2B5EF4-FFF2-40B4-BE49-F238E27FC236}">
                <a16:creationId xmlns:a16="http://schemas.microsoft.com/office/drawing/2014/main" id="{91A1CB75-B3BC-C52F-851F-8E3F94C85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2625" y1="35399" x2="52750" y2="25495"/>
                        <a14:foregroundMark x1="52750" y1="25495" x2="61687" y2="27157"/>
                        <a14:foregroundMark x1="61687" y1="27157" x2="63500" y2="29649"/>
                        <a14:foregroundMark x1="63500" y1="29649" x2="41250" y2="28435"/>
                        <a14:foregroundMark x1="41250" y1="28435" x2="34063" y2="38914"/>
                        <a14:foregroundMark x1="34063" y1="38914" x2="32625" y2="47412"/>
                        <a14:foregroundMark x1="32625" y1="47412" x2="33938" y2="49201"/>
                        <a14:foregroundMark x1="33938" y1="48562" x2="33938" y2="49776"/>
                        <a14:foregroundMark x1="37813" y1="76741" x2="38563" y2="76422"/>
                        <a14:foregroundMark x1="38438" y1="76166" x2="38563" y2="76422"/>
                        <a14:foregroundMark x1="35375" y1="77188" x2="46563" y2="75399"/>
                        <a14:backgroundMark x1="34188" y1="49776" x2="34188" y2="49776"/>
                        <a14:backgroundMark x1="34188" y1="49776" x2="34188" y2="49776"/>
                        <a14:backgroundMark x1="34375" y1="49457" x2="34938" y2="49329"/>
                        <a14:backgroundMark x1="34188" y1="50096" x2="34813" y2="48307"/>
                        <a14:backgroundMark x1="34625" y1="48562" x2="34375" y2="488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3023" y="138267"/>
            <a:ext cx="1510342" cy="147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951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72DE8-E58B-4D56-BA61-C69C601D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183ACFC-B25E-402F-BBD8-E42034CDD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76818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2192000" h="2237474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lnTo>
                  <a:pt x="12176759" y="759190"/>
                </a:lnTo>
                <a:cubicBezTo>
                  <a:pt x="12165968" y="763819"/>
                  <a:pt x="12157853" y="765770"/>
                  <a:pt x="12154948" y="762731"/>
                </a:cubicBezTo>
                <a:cubicBezTo>
                  <a:pt x="12116503" y="759396"/>
                  <a:pt x="12073342" y="763579"/>
                  <a:pt x="12047364" y="749662"/>
                </a:cubicBezTo>
                <a:cubicBezTo>
                  <a:pt x="12041261" y="730599"/>
                  <a:pt x="11914319" y="741909"/>
                  <a:pt x="11890686" y="732766"/>
                </a:cubicBezTo>
                <a:cubicBezTo>
                  <a:pt x="11832408" y="747890"/>
                  <a:pt x="11815359" y="777569"/>
                  <a:pt x="11782413" y="769868"/>
                </a:cubicBezTo>
                <a:cubicBezTo>
                  <a:pt x="11760031" y="763594"/>
                  <a:pt x="11675205" y="777151"/>
                  <a:pt x="11649954" y="749628"/>
                </a:cubicBezTo>
                <a:cubicBezTo>
                  <a:pt x="11608286" y="767874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256313" y="713012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1036836" y="722990"/>
                  <a:pt x="10909903" y="759211"/>
                  <a:pt x="10884013" y="760728"/>
                </a:cubicBezTo>
                <a:cubicBezTo>
                  <a:pt x="10864519" y="743356"/>
                  <a:pt x="10853492" y="756172"/>
                  <a:pt x="10834688" y="757726"/>
                </a:cubicBezTo>
                <a:cubicBezTo>
                  <a:pt x="10826871" y="747343"/>
                  <a:pt x="10811086" y="746602"/>
                  <a:pt x="10805004" y="757573"/>
                </a:cubicBezTo>
                <a:cubicBezTo>
                  <a:pt x="10810951" y="784448"/>
                  <a:pt x="10744688" y="759043"/>
                  <a:pt x="10739478" y="776841"/>
                </a:cubicBezTo>
                <a:cubicBezTo>
                  <a:pt x="10678284" y="779408"/>
                  <a:pt x="10540854" y="756546"/>
                  <a:pt x="10458762" y="755400"/>
                </a:cubicBezTo>
                <a:cubicBezTo>
                  <a:pt x="10426976" y="747433"/>
                  <a:pt x="10362961" y="776166"/>
                  <a:pt x="10246919" y="769960"/>
                </a:cubicBezTo>
                <a:cubicBezTo>
                  <a:pt x="10231631" y="763610"/>
                  <a:pt x="10172943" y="749095"/>
                  <a:pt x="10167995" y="760843"/>
                </a:cubicBezTo>
                <a:cubicBezTo>
                  <a:pt x="10131971" y="759999"/>
                  <a:pt x="10021683" y="796978"/>
                  <a:pt x="9997044" y="780129"/>
                </a:cubicBezTo>
                <a:cubicBezTo>
                  <a:pt x="10001018" y="806225"/>
                  <a:pt x="9951331" y="779975"/>
                  <a:pt x="9943887" y="804141"/>
                </a:cubicBezTo>
                <a:lnTo>
                  <a:pt x="9918248" y="816628"/>
                </a:lnTo>
                <a:lnTo>
                  <a:pt x="9836148" y="858312"/>
                </a:lnTo>
                <a:lnTo>
                  <a:pt x="9823800" y="866604"/>
                </a:lnTo>
                <a:lnTo>
                  <a:pt x="9794684" y="864509"/>
                </a:lnTo>
                <a:lnTo>
                  <a:pt x="9778288" y="854362"/>
                </a:lnTo>
                <a:lnTo>
                  <a:pt x="9773886" y="857543"/>
                </a:lnTo>
                <a:cubicBezTo>
                  <a:pt x="9769008" y="863842"/>
                  <a:pt x="9766501" y="867741"/>
                  <a:pt x="9761459" y="862394"/>
                </a:cubicBezTo>
                <a:lnTo>
                  <a:pt x="9705768" y="894610"/>
                </a:lnTo>
                <a:cubicBezTo>
                  <a:pt x="9699860" y="897215"/>
                  <a:pt x="9692576" y="897590"/>
                  <a:pt x="9683005" y="894128"/>
                </a:cubicBezTo>
                <a:cubicBezTo>
                  <a:pt x="9664449" y="898200"/>
                  <a:pt x="9612100" y="914263"/>
                  <a:pt x="9594438" y="919051"/>
                </a:cubicBezTo>
                <a:lnTo>
                  <a:pt x="9577033" y="922857"/>
                </a:lnTo>
                <a:cubicBezTo>
                  <a:pt x="9568659" y="926175"/>
                  <a:pt x="9551353" y="936082"/>
                  <a:pt x="9544189" y="938966"/>
                </a:cubicBezTo>
                <a:cubicBezTo>
                  <a:pt x="9538380" y="940584"/>
                  <a:pt x="9541329" y="937538"/>
                  <a:pt x="9534048" y="940158"/>
                </a:cubicBezTo>
                <a:cubicBezTo>
                  <a:pt x="9533709" y="946069"/>
                  <a:pt x="9530854" y="951684"/>
                  <a:pt x="9500499" y="954680"/>
                </a:cubicBezTo>
                <a:cubicBezTo>
                  <a:pt x="9481230" y="968165"/>
                  <a:pt x="9456325" y="979029"/>
                  <a:pt x="9428195" y="986225"/>
                </a:cubicBezTo>
                <a:cubicBezTo>
                  <a:pt x="9422499" y="981315"/>
                  <a:pt x="9414660" y="991352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10581" y="1024474"/>
                  <a:pt x="9345163" y="981210"/>
                  <a:pt x="9301293" y="1011593"/>
                </a:cubicBezTo>
                <a:cubicBezTo>
                  <a:pt x="9292916" y="1014346"/>
                  <a:pt x="9285483" y="1013807"/>
                  <a:pt x="9278619" y="1011878"/>
                </a:cubicBezTo>
                <a:lnTo>
                  <a:pt x="9268019" y="1007442"/>
                </a:lnTo>
                <a:lnTo>
                  <a:pt x="9234662" y="1023056"/>
                </a:lnTo>
                <a:cubicBezTo>
                  <a:pt x="9217868" y="1029197"/>
                  <a:pt x="9199852" y="1034202"/>
                  <a:pt x="9181033" y="1037921"/>
                </a:cubicBezTo>
                <a:cubicBezTo>
                  <a:pt x="9174974" y="1030923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021681" y="1079910"/>
                  <a:pt x="9076377" y="1024799"/>
                  <a:pt x="9012987" y="1061986"/>
                </a:cubicBezTo>
                <a:lnTo>
                  <a:pt x="8968445" y="1052169"/>
                </a:lnTo>
                <a:lnTo>
                  <a:pt x="8958984" y="1057212"/>
                </a:lnTo>
                <a:cubicBezTo>
                  <a:pt x="8920115" y="1062770"/>
                  <a:pt x="8906181" y="1053838"/>
                  <a:pt x="8886001" y="1067468"/>
                </a:cubicBezTo>
                <a:cubicBezTo>
                  <a:pt x="8847384" y="1050046"/>
                  <a:pt x="8863283" y="1068286"/>
                  <a:pt x="8838610" y="1075091"/>
                </a:cubicBezTo>
                <a:cubicBezTo>
                  <a:pt x="8816007" y="1080079"/>
                  <a:pt x="8773923" y="1092257"/>
                  <a:pt x="8750383" y="1097387"/>
                </a:cubicBezTo>
                <a:cubicBezTo>
                  <a:pt x="8735450" y="1116502"/>
                  <a:pt x="8721220" y="1097372"/>
                  <a:pt x="8697365" y="1105869"/>
                </a:cubicBezTo>
                <a:cubicBezTo>
                  <a:pt x="8687037" y="1113735"/>
                  <a:pt x="8678781" y="1115961"/>
                  <a:pt x="8665605" y="1110791"/>
                </a:cubicBezTo>
                <a:cubicBezTo>
                  <a:pt x="8618410" y="1148662"/>
                  <a:pt x="8633049" y="1116609"/>
                  <a:pt x="8584946" y="1135226"/>
                </a:cubicBezTo>
                <a:cubicBezTo>
                  <a:pt x="8544020" y="1153499"/>
                  <a:pt x="8496232" y="1168229"/>
                  <a:pt x="8460755" y="1203427"/>
                </a:cubicBezTo>
                <a:cubicBezTo>
                  <a:pt x="8454928" y="1212828"/>
                  <a:pt x="8436573" y="1218574"/>
                  <a:pt x="8419755" y="1216260"/>
                </a:cubicBezTo>
                <a:cubicBezTo>
                  <a:pt x="8416861" y="1215863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253233" y="1266996"/>
                  <a:pt x="8218383" y="1257577"/>
                  <a:pt x="8206287" y="1273060"/>
                </a:cubicBezTo>
                <a:cubicBezTo>
                  <a:pt x="8200396" y="1262794"/>
                  <a:pt x="8183827" y="1285000"/>
                  <a:pt x="8168705" y="1279956"/>
                </a:cubicBezTo>
                <a:cubicBezTo>
                  <a:pt x="8157611" y="1275235"/>
                  <a:pt x="8149996" y="1280870"/>
                  <a:pt x="8139997" y="1282713"/>
                </a:cubicBezTo>
                <a:cubicBezTo>
                  <a:pt x="8125566" y="1279776"/>
                  <a:pt x="8084128" y="1294221"/>
                  <a:pt x="8074238" y="1301895"/>
                </a:cubicBezTo>
                <a:cubicBezTo>
                  <a:pt x="8052170" y="1326903"/>
                  <a:pt x="7986951" y="1319381"/>
                  <a:pt x="7968292" y="1338779"/>
                </a:cubicBezTo>
                <a:cubicBezTo>
                  <a:pt x="7960694" y="1342282"/>
                  <a:pt x="7952937" y="1344333"/>
                  <a:pt x="7945122" y="1345477"/>
                </a:cubicBezTo>
                <a:lnTo>
                  <a:pt x="7922771" y="1346645"/>
                </a:lnTo>
                <a:lnTo>
                  <a:pt x="7915461" y="1342919"/>
                </a:lnTo>
                <a:lnTo>
                  <a:pt x="7902328" y="1345865"/>
                </a:lnTo>
                <a:lnTo>
                  <a:pt x="7898322" y="1345689"/>
                </a:lnTo>
                <a:lnTo>
                  <a:pt x="7875879" y="1345646"/>
                </a:lnTo>
                <a:cubicBezTo>
                  <a:pt x="7890672" y="1367295"/>
                  <a:pt x="7816428" y="1353520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87405" y="1382806"/>
                  <a:pt x="7548172" y="1417460"/>
                </a:cubicBezTo>
                <a:cubicBezTo>
                  <a:pt x="7551327" y="1405830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213486" y="1580987"/>
                </a:lnTo>
                <a:lnTo>
                  <a:pt x="7210972" y="1580856"/>
                </a:lnTo>
                <a:lnTo>
                  <a:pt x="7183121" y="1595162"/>
                </a:lnTo>
                <a:lnTo>
                  <a:pt x="7164601" y="1606490"/>
                </a:lnTo>
                <a:lnTo>
                  <a:pt x="7159286" y="1606850"/>
                </a:lnTo>
                <a:cubicBezTo>
                  <a:pt x="7150961" y="1609262"/>
                  <a:pt x="7125743" y="1618162"/>
                  <a:pt x="7114651" y="1620959"/>
                </a:cubicBezTo>
                <a:cubicBezTo>
                  <a:pt x="7109310" y="1606138"/>
                  <a:pt x="7106695" y="1617324"/>
                  <a:pt x="7092727" y="1623628"/>
                </a:cubicBezTo>
                <a:cubicBezTo>
                  <a:pt x="7081313" y="1602012"/>
                  <a:pt x="7049394" y="1627301"/>
                  <a:pt x="7031309" y="1619451"/>
                </a:cubicBezTo>
                <a:cubicBezTo>
                  <a:pt x="7021305" y="1624569"/>
                  <a:pt x="7010515" y="1629587"/>
                  <a:pt x="6999084" y="1634317"/>
                </a:cubicBezTo>
                <a:lnTo>
                  <a:pt x="6992107" y="1636860"/>
                </a:lnTo>
                <a:lnTo>
                  <a:pt x="6991765" y="1636725"/>
                </a:lnTo>
                <a:cubicBezTo>
                  <a:pt x="6989813" y="1636884"/>
                  <a:pt x="6987353" y="1637572"/>
                  <a:pt x="6983996" y="1639040"/>
                </a:cubicBezTo>
                <a:lnTo>
                  <a:pt x="6979383" y="1641496"/>
                </a:lnTo>
                <a:lnTo>
                  <a:pt x="6900177" y="1636016"/>
                </a:ln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19334" y="1664040"/>
                  <a:pt x="6608179" y="1654034"/>
                  <a:pt x="6587857" y="1665769"/>
                </a:cubicBezTo>
                <a:lnTo>
                  <a:pt x="6554894" y="1664428"/>
                </a:lnTo>
                <a:lnTo>
                  <a:pt x="6551579" y="1662213"/>
                </a:lnTo>
                <a:lnTo>
                  <a:pt x="6545693" y="1661776"/>
                </a:lnTo>
                <a:lnTo>
                  <a:pt x="6530561" y="1664619"/>
                </a:lnTo>
                <a:lnTo>
                  <a:pt x="6525028" y="1666354"/>
                </a:lnTo>
                <a:cubicBezTo>
                  <a:pt x="6521154" y="1667301"/>
                  <a:pt x="6518510" y="1667613"/>
                  <a:pt x="6516595" y="1667475"/>
                </a:cubicBezTo>
                <a:lnTo>
                  <a:pt x="6516340" y="1667291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57809" y="1668164"/>
                  <a:pt x="6415506" y="1688334"/>
                  <a:pt x="6415265" y="1665317"/>
                </a:cubicBezTo>
                <a:cubicBezTo>
                  <a:pt x="6399063" y="1669446"/>
                  <a:pt x="6391173" y="1680085"/>
                  <a:pt x="6393343" y="1664672"/>
                </a:cubicBezTo>
                <a:lnTo>
                  <a:pt x="6380457" y="1662376"/>
                </a:lnTo>
                <a:lnTo>
                  <a:pt x="6280959" y="1689329"/>
                </a:lnTo>
                <a:lnTo>
                  <a:pt x="6266765" y="1695560"/>
                </a:lnTo>
                <a:cubicBezTo>
                  <a:pt x="6262331" y="1698152"/>
                  <a:pt x="6258580" y="1701192"/>
                  <a:pt x="6255823" y="1704850"/>
                </a:cubicBezTo>
                <a:cubicBezTo>
                  <a:pt x="6200184" y="1694834"/>
                  <a:pt x="6155082" y="1716996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99949" y="1814490"/>
                </a:lnTo>
                <a:lnTo>
                  <a:pt x="5453307" y="1815450"/>
                </a:lnTo>
                <a:cubicBezTo>
                  <a:pt x="5433075" y="1827706"/>
                  <a:pt x="5395563" y="1821122"/>
                  <a:pt x="5364192" y="1826074"/>
                </a:cubicBezTo>
                <a:lnTo>
                  <a:pt x="5350380" y="1830891"/>
                </a:lnTo>
                <a:lnTo>
                  <a:pt x="5259633" y="1837160"/>
                </a:lnTo>
                <a:lnTo>
                  <a:pt x="5197513" y="1844718"/>
                </a:lnTo>
                <a:lnTo>
                  <a:pt x="5184170" y="1849402"/>
                </a:lnTo>
                <a:lnTo>
                  <a:pt x="5168852" y="1844846"/>
                </a:lnTo>
                <a:cubicBezTo>
                  <a:pt x="5166986" y="1843561"/>
                  <a:pt x="5165478" y="1842127"/>
                  <a:pt x="5164370" y="1840597"/>
                </a:cubicBezTo>
                <a:lnTo>
                  <a:pt x="5114927" y="1847827"/>
                </a:ln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63743" y="1799478"/>
                  <a:pt x="4655044" y="1795479"/>
                  <a:pt x="4647449" y="1793181"/>
                </a:cubicBezTo>
                <a:lnTo>
                  <a:pt x="4645504" y="1787606"/>
                </a:lnTo>
                <a:lnTo>
                  <a:pt x="4632229" y="1785815"/>
                </a:lnTo>
                <a:lnTo>
                  <a:pt x="4629273" y="1784355"/>
                </a:lnTo>
                <a:cubicBezTo>
                  <a:pt x="4623639" y="1781544"/>
                  <a:pt x="4617950" y="1778917"/>
                  <a:pt x="4611738" y="1776964"/>
                </a:cubicBezTo>
                <a:cubicBezTo>
                  <a:pt x="4601379" y="1800272"/>
                  <a:pt x="4557197" y="1764196"/>
                  <a:pt x="4560070" y="1785640"/>
                </a:cubicBezTo>
                <a:lnTo>
                  <a:pt x="4536503" y="1785334"/>
                </a:lnTo>
                <a:lnTo>
                  <a:pt x="4513724" y="1791996"/>
                </a:lnTo>
                <a:lnTo>
                  <a:pt x="4501513" y="1799835"/>
                </a:lnTo>
                <a:lnTo>
                  <a:pt x="4459076" y="1813003"/>
                </a:lnTo>
                <a:lnTo>
                  <a:pt x="4459810" y="1797886"/>
                </a:lnTo>
                <a:lnTo>
                  <a:pt x="4379064" y="1817177"/>
                </a:lnTo>
                <a:lnTo>
                  <a:pt x="4319209" y="1834833"/>
                </a:lnTo>
                <a:lnTo>
                  <a:pt x="4306907" y="1841641"/>
                </a:lnTo>
                <a:lnTo>
                  <a:pt x="4290981" y="1839677"/>
                </a:lnTo>
                <a:cubicBezTo>
                  <a:pt x="4288909" y="1838717"/>
                  <a:pt x="4287163" y="1837555"/>
                  <a:pt x="4285792" y="1836231"/>
                </a:cubicBezTo>
                <a:lnTo>
                  <a:pt x="4238372" y="1851480"/>
                </a:ln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84875" y="1878116"/>
                  <a:pt x="3775574" y="1875612"/>
                  <a:pt x="3767672" y="1874600"/>
                </a:cubicBezTo>
                <a:lnTo>
                  <a:pt x="3764741" y="1869433"/>
                </a:lnTo>
                <a:lnTo>
                  <a:pt x="3751332" y="1869854"/>
                </a:lnTo>
                <a:lnTo>
                  <a:pt x="3748155" y="1868903"/>
                </a:lnTo>
                <a:cubicBezTo>
                  <a:pt x="3742091" y="1867062"/>
                  <a:pt x="3736007" y="1865414"/>
                  <a:pt x="3729530" y="1864513"/>
                </a:cubicBezTo>
                <a:cubicBezTo>
                  <a:pt x="3723549" y="1889158"/>
                  <a:pt x="3673453" y="1860919"/>
                  <a:pt x="3680177" y="1881552"/>
                </a:cubicBezTo>
                <a:cubicBezTo>
                  <a:pt x="3643549" y="1880892"/>
                  <a:pt x="3599470" y="1913398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228353" y="1917339"/>
                  <a:pt x="3163854" y="1927961"/>
                  <a:pt x="3123424" y="1952930"/>
                </a:cubicBezTo>
                <a:cubicBezTo>
                  <a:pt x="3067921" y="1955455"/>
                  <a:pt x="3058626" y="1970554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80071" y="1972988"/>
                </a:lnTo>
                <a:lnTo>
                  <a:pt x="2978094" y="1972369"/>
                </a:ln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72808" y="1994277"/>
                  <a:pt x="2869648" y="1993306"/>
                  <a:pt x="2864145" y="1994061"/>
                </a:cubicBezTo>
                <a:cubicBezTo>
                  <a:pt x="2872218" y="1978115"/>
                  <a:pt x="2860603" y="1988862"/>
                  <a:pt x="2843662" y="1992498"/>
                </a:cubicBezTo>
                <a:cubicBezTo>
                  <a:pt x="2852423" y="1968542"/>
                  <a:pt x="2804535" y="1987804"/>
                  <a:pt x="2796128" y="1976403"/>
                </a:cubicBezTo>
                <a:cubicBezTo>
                  <a:pt x="2783487" y="1979614"/>
                  <a:pt x="2770278" y="1982573"/>
                  <a:pt x="2756784" y="1985116"/>
                </a:cubicBezTo>
                <a:lnTo>
                  <a:pt x="2748833" y="1986323"/>
                </a:lnTo>
                <a:cubicBezTo>
                  <a:pt x="2748775" y="1986256"/>
                  <a:pt x="2748719" y="1986188"/>
                  <a:pt x="2748661" y="1986122"/>
                </a:cubicBezTo>
                <a:cubicBezTo>
                  <a:pt x="2746906" y="1985902"/>
                  <a:pt x="2744280" y="1986117"/>
                  <a:pt x="2740251" y="1986946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680597" y="1984996"/>
                </a:lnTo>
                <a:cubicBezTo>
                  <a:pt x="2658416" y="1985461"/>
                  <a:pt x="2612251" y="1988312"/>
                  <a:pt x="2578178" y="1990531"/>
                </a:cubicBezTo>
                <a:cubicBezTo>
                  <a:pt x="2545413" y="1998704"/>
                  <a:pt x="2513846" y="1994934"/>
                  <a:pt x="2476147" y="1998305"/>
                </a:cubicBezTo>
                <a:cubicBezTo>
                  <a:pt x="2437134" y="2013637"/>
                  <a:pt x="2413847" y="1999542"/>
                  <a:pt x="2373568" y="2003219"/>
                </a:cubicBezTo>
                <a:cubicBezTo>
                  <a:pt x="2341422" y="2024631"/>
                  <a:pt x="2342856" y="1992997"/>
                  <a:pt x="2321399" y="1989467"/>
                </a:cubicBezTo>
                <a:lnTo>
                  <a:pt x="2315525" y="1989708"/>
                </a:lnTo>
                <a:lnTo>
                  <a:pt x="2300792" y="1994290"/>
                </a:lnTo>
                <a:lnTo>
                  <a:pt x="2295469" y="1996659"/>
                </a:lnTo>
                <a:cubicBezTo>
                  <a:pt x="2291722" y="1998049"/>
                  <a:pt x="2289127" y="1998665"/>
                  <a:pt x="2287219" y="1998750"/>
                </a:cubicBezTo>
                <a:lnTo>
                  <a:pt x="2286948" y="1998596"/>
                </a:lnTo>
                <a:lnTo>
                  <a:pt x="2243069" y="2015111"/>
                </a:lnTo>
                <a:cubicBezTo>
                  <a:pt x="2229030" y="2006206"/>
                  <a:pt x="2188966" y="2031217"/>
                  <a:pt x="2186609" y="2008263"/>
                </a:cubicBezTo>
                <a:cubicBezTo>
                  <a:pt x="2170936" y="2014251"/>
                  <a:pt x="2164097" y="2025782"/>
                  <a:pt x="2164831" y="2010143"/>
                </a:cubicBezTo>
                <a:cubicBezTo>
                  <a:pt x="2159536" y="2011705"/>
                  <a:pt x="2155830" y="2011340"/>
                  <a:pt x="2152836" y="2010048"/>
                </a:cubicBezTo>
                <a:lnTo>
                  <a:pt x="2117102" y="2023004"/>
                </a:lnTo>
                <a:lnTo>
                  <a:pt x="2111935" y="2023163"/>
                </a:lnTo>
                <a:lnTo>
                  <a:pt x="2089991" y="2034193"/>
                </a:lnTo>
                <a:lnTo>
                  <a:pt x="2058061" y="2047942"/>
                </a:lnTo>
                <a:lnTo>
                  <a:pt x="2055737" y="2047704"/>
                </a:lnTo>
                <a:lnTo>
                  <a:pt x="2042244" y="2055560"/>
                </a:lnTo>
                <a:cubicBezTo>
                  <a:pt x="2038090" y="2058656"/>
                  <a:pt x="1978623" y="2070285"/>
                  <a:pt x="1976224" y="2074257"/>
                </a:cubicBezTo>
                <a:cubicBezTo>
                  <a:pt x="1920172" y="2070662"/>
                  <a:pt x="1933546" y="2089824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402655" y="2224964"/>
                  <a:pt x="1409212" y="2231152"/>
                  <a:pt x="1398481" y="2237074"/>
                </a:cubicBezTo>
                <a:cubicBezTo>
                  <a:pt x="1398456" y="2237082"/>
                  <a:pt x="1398432" y="2237089"/>
                  <a:pt x="1398407" y="2237095"/>
                </a:cubicBezTo>
                <a:lnTo>
                  <a:pt x="1370962" y="2237474"/>
                </a:lnTo>
                <a:lnTo>
                  <a:pt x="1356367" y="2235089"/>
                </a:lnTo>
                <a:cubicBezTo>
                  <a:pt x="1346056" y="2233320"/>
                  <a:pt x="1335986" y="2231930"/>
                  <a:pt x="1324828" y="2231968"/>
                </a:cubicBezTo>
                <a:lnTo>
                  <a:pt x="1297744" y="2235849"/>
                </a:lnTo>
                <a:lnTo>
                  <a:pt x="1286236" y="2233135"/>
                </a:lnTo>
                <a:lnTo>
                  <a:pt x="1283504" y="2233797"/>
                </a:lnTo>
                <a:lnTo>
                  <a:pt x="1279765" y="2229639"/>
                </a:ln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64984" y="2224767"/>
                  <a:pt x="812914" y="2202752"/>
                </a:cubicBezTo>
                <a:cubicBezTo>
                  <a:pt x="809419" y="2205714"/>
                  <a:pt x="805091" y="2207855"/>
                  <a:pt x="800195" y="2209407"/>
                </a:cubicBezTo>
                <a:lnTo>
                  <a:pt x="784978" y="2212360"/>
                </a:lnTo>
                <a:lnTo>
                  <a:pt x="681987" y="2216757"/>
                </a:lnTo>
                <a:lnTo>
                  <a:pt x="669923" y="2211682"/>
                </a:lnTo>
                <a:cubicBezTo>
                  <a:pt x="675432" y="2197125"/>
                  <a:pt x="665394" y="2205767"/>
                  <a:pt x="648680" y="2206229"/>
                </a:cubicBezTo>
                <a:cubicBezTo>
                  <a:pt x="653511" y="2183723"/>
                  <a:pt x="607806" y="2194090"/>
                  <a:pt x="597225" y="2180999"/>
                </a:cubicBezTo>
                <a:cubicBezTo>
                  <a:pt x="584838" y="2181847"/>
                  <a:pt x="571827" y="2182333"/>
                  <a:pt x="558449" y="2182346"/>
                </a:cubicBezTo>
                <a:lnTo>
                  <a:pt x="550517" y="2182060"/>
                </a:lnTo>
                <a:lnTo>
                  <a:pt x="550309" y="2181825"/>
                </a:lnTo>
                <a:cubicBezTo>
                  <a:pt x="548471" y="2181269"/>
                  <a:pt x="545824" y="2180990"/>
                  <a:pt x="541836" y="2181063"/>
                </a:cubicBezTo>
                <a:lnTo>
                  <a:pt x="536057" y="2181537"/>
                </a:lnTo>
                <a:lnTo>
                  <a:pt x="520671" y="2180980"/>
                </a:lnTo>
                <a:lnTo>
                  <a:pt x="515024" y="2179258"/>
                </a:lnTo>
                <a:lnTo>
                  <a:pt x="512278" y="2176369"/>
                </a:lnTo>
                <a:lnTo>
                  <a:pt x="480419" y="2167807"/>
                </a:lnTo>
                <a:cubicBezTo>
                  <a:pt x="458012" y="2174781"/>
                  <a:pt x="449332" y="2162566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36093" y="2150634"/>
                  <a:pt x="209811" y="2132011"/>
                  <a:pt x="169207" y="2128100"/>
                </a:cubicBezTo>
                <a:lnTo>
                  <a:pt x="93149" y="2105324"/>
                </a:lnTo>
                <a:lnTo>
                  <a:pt x="88109" y="2106704"/>
                </a:lnTo>
                <a:cubicBezTo>
                  <a:pt x="84511" y="2107398"/>
                  <a:pt x="81960" y="2107528"/>
                  <a:pt x="80022" y="2107254"/>
                </a:cubicBezTo>
                <a:lnTo>
                  <a:pt x="79717" y="2107046"/>
                </a:lnTo>
                <a:lnTo>
                  <a:pt x="72352" y="2107991"/>
                </a:lnTo>
                <a:cubicBezTo>
                  <a:pt x="60160" y="2110089"/>
                  <a:pt x="48530" y="2112610"/>
                  <a:pt x="37645" y="2115401"/>
                </a:cubicBez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E3BC0-63EB-95DA-578A-F4842FA7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741082"/>
            <a:ext cx="9274512" cy="949606"/>
          </a:xfrm>
        </p:spPr>
        <p:txBody>
          <a:bodyPr>
            <a:normAutofit/>
          </a:bodyPr>
          <a:lstStyle/>
          <a:p>
            <a:r>
              <a:rPr lang="en-GB" dirty="0" err="1"/>
              <a:t>ChartGPT</a:t>
            </a:r>
            <a:endParaRPr lang="en-GB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01A971-CEBD-4E4B-8529-3BB4F4100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0460" y="6189260"/>
            <a:ext cx="7831541" cy="668740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9A752-F903-956D-A3C1-69FC669D3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871" y="2220899"/>
            <a:ext cx="9568855" cy="3959576"/>
          </a:xfrm>
        </p:spPr>
        <p:txBody>
          <a:bodyPr/>
          <a:lstStyle/>
          <a:p>
            <a:pPr marL="205740" indent="-205740" defTabSz="822960">
              <a:spcBef>
                <a:spcPts val="900"/>
              </a:spcBef>
            </a:pPr>
            <a:r>
              <a:rPr lang="en-GB" sz="25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generate charts/graphs from large datasets</a:t>
            </a:r>
          </a:p>
          <a:p>
            <a:pPr marL="205740" indent="-205740" defTabSz="822960">
              <a:spcBef>
                <a:spcPts val="900"/>
              </a:spcBef>
            </a:pPr>
            <a:endParaRPr lang="en-GB" sz="252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AB45F-2719-D98D-7A3D-37734CBEC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139" y="2684184"/>
            <a:ext cx="7616320" cy="357056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52149EF-FD91-1DF1-0544-53E8220C125E}"/>
              </a:ext>
            </a:extLst>
          </p:cNvPr>
          <p:cNvSpPr txBox="1">
            <a:spLocks/>
          </p:cNvSpPr>
          <p:nvPr/>
        </p:nvSpPr>
        <p:spPr>
          <a:xfrm>
            <a:off x="8475188" y="2255195"/>
            <a:ext cx="2352921" cy="4150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40" indent="-205740" defTabSz="822960">
              <a:spcBef>
                <a:spcPts val="900"/>
              </a:spcBef>
            </a:pPr>
            <a:r>
              <a:rPr lang="en-GB" sz="2520" dirty="0"/>
              <a:t>Not free to use</a:t>
            </a:r>
          </a:p>
        </p:txBody>
      </p:sp>
      <p:pic>
        <p:nvPicPr>
          <p:cNvPr id="13" name="Picture 12" descr="A graph of growth and a black arrow&#10;&#10;Description automatically generated">
            <a:extLst>
              <a:ext uri="{FF2B5EF4-FFF2-40B4-BE49-F238E27FC236}">
                <a16:creationId xmlns:a16="http://schemas.microsoft.com/office/drawing/2014/main" id="{ED827189-180C-11A0-6DC5-BE179749C4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9" t="29539" r="26767" b="26172"/>
          <a:stretch/>
        </p:blipFill>
        <p:spPr>
          <a:xfrm>
            <a:off x="10671821" y="423949"/>
            <a:ext cx="1104246" cy="9151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4E87A9-1E2D-C8A5-17EC-B3A8C13E2D56}"/>
              </a:ext>
            </a:extLst>
          </p:cNvPr>
          <p:cNvSpPr txBox="1"/>
          <p:nvPr/>
        </p:nvSpPr>
        <p:spPr>
          <a:xfrm>
            <a:off x="9925410" y="4621840"/>
            <a:ext cx="205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Particularly useful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D06847-F65E-2D89-161C-93874B3C5D7E}"/>
              </a:ext>
            </a:extLst>
          </p:cNvPr>
          <p:cNvCxnSpPr>
            <a:cxnSpLocks/>
          </p:cNvCxnSpPr>
          <p:nvPr/>
        </p:nvCxnSpPr>
        <p:spPr>
          <a:xfrm>
            <a:off x="6096000" y="3515192"/>
            <a:ext cx="3856069" cy="1291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75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72DE8-E58B-4D56-BA61-C69C601D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183ACFC-B25E-402F-BBD8-E42034CDD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76818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2192000" h="2237474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lnTo>
                  <a:pt x="12176759" y="759190"/>
                </a:lnTo>
                <a:cubicBezTo>
                  <a:pt x="12165968" y="763819"/>
                  <a:pt x="12157853" y="765770"/>
                  <a:pt x="12154948" y="762731"/>
                </a:cubicBezTo>
                <a:cubicBezTo>
                  <a:pt x="12116503" y="759396"/>
                  <a:pt x="12073342" y="763579"/>
                  <a:pt x="12047364" y="749662"/>
                </a:cubicBezTo>
                <a:cubicBezTo>
                  <a:pt x="12041261" y="730599"/>
                  <a:pt x="11914319" y="741909"/>
                  <a:pt x="11890686" y="732766"/>
                </a:cubicBezTo>
                <a:cubicBezTo>
                  <a:pt x="11832408" y="747890"/>
                  <a:pt x="11815359" y="777569"/>
                  <a:pt x="11782413" y="769868"/>
                </a:cubicBezTo>
                <a:cubicBezTo>
                  <a:pt x="11760031" y="763594"/>
                  <a:pt x="11675205" y="777151"/>
                  <a:pt x="11649954" y="749628"/>
                </a:cubicBezTo>
                <a:cubicBezTo>
                  <a:pt x="11608286" y="767874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256313" y="713012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1036836" y="722990"/>
                  <a:pt x="10909903" y="759211"/>
                  <a:pt x="10884013" y="760728"/>
                </a:cubicBezTo>
                <a:cubicBezTo>
                  <a:pt x="10864519" y="743356"/>
                  <a:pt x="10853492" y="756172"/>
                  <a:pt x="10834688" y="757726"/>
                </a:cubicBezTo>
                <a:cubicBezTo>
                  <a:pt x="10826871" y="747343"/>
                  <a:pt x="10811086" y="746602"/>
                  <a:pt x="10805004" y="757573"/>
                </a:cubicBezTo>
                <a:cubicBezTo>
                  <a:pt x="10810951" y="784448"/>
                  <a:pt x="10744688" y="759043"/>
                  <a:pt x="10739478" y="776841"/>
                </a:cubicBezTo>
                <a:cubicBezTo>
                  <a:pt x="10678284" y="779408"/>
                  <a:pt x="10540854" y="756546"/>
                  <a:pt x="10458762" y="755400"/>
                </a:cubicBezTo>
                <a:cubicBezTo>
                  <a:pt x="10426976" y="747433"/>
                  <a:pt x="10362961" y="776166"/>
                  <a:pt x="10246919" y="769960"/>
                </a:cubicBezTo>
                <a:cubicBezTo>
                  <a:pt x="10231631" y="763610"/>
                  <a:pt x="10172943" y="749095"/>
                  <a:pt x="10167995" y="760843"/>
                </a:cubicBezTo>
                <a:cubicBezTo>
                  <a:pt x="10131971" y="759999"/>
                  <a:pt x="10021683" y="796978"/>
                  <a:pt x="9997044" y="780129"/>
                </a:cubicBezTo>
                <a:cubicBezTo>
                  <a:pt x="10001018" y="806225"/>
                  <a:pt x="9951331" y="779975"/>
                  <a:pt x="9943887" y="804141"/>
                </a:cubicBezTo>
                <a:lnTo>
                  <a:pt x="9918248" y="816628"/>
                </a:lnTo>
                <a:lnTo>
                  <a:pt x="9836148" y="858312"/>
                </a:lnTo>
                <a:lnTo>
                  <a:pt x="9823800" y="866604"/>
                </a:lnTo>
                <a:lnTo>
                  <a:pt x="9794684" y="864509"/>
                </a:lnTo>
                <a:lnTo>
                  <a:pt x="9778288" y="854362"/>
                </a:lnTo>
                <a:lnTo>
                  <a:pt x="9773886" y="857543"/>
                </a:lnTo>
                <a:cubicBezTo>
                  <a:pt x="9769008" y="863842"/>
                  <a:pt x="9766501" y="867741"/>
                  <a:pt x="9761459" y="862394"/>
                </a:cubicBezTo>
                <a:lnTo>
                  <a:pt x="9705768" y="894610"/>
                </a:lnTo>
                <a:cubicBezTo>
                  <a:pt x="9699860" y="897215"/>
                  <a:pt x="9692576" y="897590"/>
                  <a:pt x="9683005" y="894128"/>
                </a:cubicBezTo>
                <a:cubicBezTo>
                  <a:pt x="9664449" y="898200"/>
                  <a:pt x="9612100" y="914263"/>
                  <a:pt x="9594438" y="919051"/>
                </a:cubicBezTo>
                <a:lnTo>
                  <a:pt x="9577033" y="922857"/>
                </a:lnTo>
                <a:cubicBezTo>
                  <a:pt x="9568659" y="926175"/>
                  <a:pt x="9551353" y="936082"/>
                  <a:pt x="9544189" y="938966"/>
                </a:cubicBezTo>
                <a:cubicBezTo>
                  <a:pt x="9538380" y="940584"/>
                  <a:pt x="9541329" y="937538"/>
                  <a:pt x="9534048" y="940158"/>
                </a:cubicBezTo>
                <a:cubicBezTo>
                  <a:pt x="9533709" y="946069"/>
                  <a:pt x="9530854" y="951684"/>
                  <a:pt x="9500499" y="954680"/>
                </a:cubicBezTo>
                <a:cubicBezTo>
                  <a:pt x="9481230" y="968165"/>
                  <a:pt x="9456325" y="979029"/>
                  <a:pt x="9428195" y="986225"/>
                </a:cubicBezTo>
                <a:cubicBezTo>
                  <a:pt x="9422499" y="981315"/>
                  <a:pt x="9414660" y="991352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10581" y="1024474"/>
                  <a:pt x="9345163" y="981210"/>
                  <a:pt x="9301293" y="1011593"/>
                </a:cubicBezTo>
                <a:cubicBezTo>
                  <a:pt x="9292916" y="1014346"/>
                  <a:pt x="9285483" y="1013807"/>
                  <a:pt x="9278619" y="1011878"/>
                </a:cubicBezTo>
                <a:lnTo>
                  <a:pt x="9268019" y="1007442"/>
                </a:lnTo>
                <a:lnTo>
                  <a:pt x="9234662" y="1023056"/>
                </a:lnTo>
                <a:cubicBezTo>
                  <a:pt x="9217868" y="1029197"/>
                  <a:pt x="9199852" y="1034202"/>
                  <a:pt x="9181033" y="1037921"/>
                </a:cubicBezTo>
                <a:cubicBezTo>
                  <a:pt x="9174974" y="1030923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021681" y="1079910"/>
                  <a:pt x="9076377" y="1024799"/>
                  <a:pt x="9012987" y="1061986"/>
                </a:cubicBezTo>
                <a:lnTo>
                  <a:pt x="8968445" y="1052169"/>
                </a:lnTo>
                <a:lnTo>
                  <a:pt x="8958984" y="1057212"/>
                </a:lnTo>
                <a:cubicBezTo>
                  <a:pt x="8920115" y="1062770"/>
                  <a:pt x="8906181" y="1053838"/>
                  <a:pt x="8886001" y="1067468"/>
                </a:cubicBezTo>
                <a:cubicBezTo>
                  <a:pt x="8847384" y="1050046"/>
                  <a:pt x="8863283" y="1068286"/>
                  <a:pt x="8838610" y="1075091"/>
                </a:cubicBezTo>
                <a:cubicBezTo>
                  <a:pt x="8816007" y="1080079"/>
                  <a:pt x="8773923" y="1092257"/>
                  <a:pt x="8750383" y="1097387"/>
                </a:cubicBezTo>
                <a:cubicBezTo>
                  <a:pt x="8735450" y="1116502"/>
                  <a:pt x="8721220" y="1097372"/>
                  <a:pt x="8697365" y="1105869"/>
                </a:cubicBezTo>
                <a:cubicBezTo>
                  <a:pt x="8687037" y="1113735"/>
                  <a:pt x="8678781" y="1115961"/>
                  <a:pt x="8665605" y="1110791"/>
                </a:cubicBezTo>
                <a:cubicBezTo>
                  <a:pt x="8618410" y="1148662"/>
                  <a:pt x="8633049" y="1116609"/>
                  <a:pt x="8584946" y="1135226"/>
                </a:cubicBezTo>
                <a:cubicBezTo>
                  <a:pt x="8544020" y="1153499"/>
                  <a:pt x="8496232" y="1168229"/>
                  <a:pt x="8460755" y="1203427"/>
                </a:cubicBezTo>
                <a:cubicBezTo>
                  <a:pt x="8454928" y="1212828"/>
                  <a:pt x="8436573" y="1218574"/>
                  <a:pt x="8419755" y="1216260"/>
                </a:cubicBezTo>
                <a:cubicBezTo>
                  <a:pt x="8416861" y="1215863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253233" y="1266996"/>
                  <a:pt x="8218383" y="1257577"/>
                  <a:pt x="8206287" y="1273060"/>
                </a:cubicBezTo>
                <a:cubicBezTo>
                  <a:pt x="8200396" y="1262794"/>
                  <a:pt x="8183827" y="1285000"/>
                  <a:pt x="8168705" y="1279956"/>
                </a:cubicBezTo>
                <a:cubicBezTo>
                  <a:pt x="8157611" y="1275235"/>
                  <a:pt x="8149996" y="1280870"/>
                  <a:pt x="8139997" y="1282713"/>
                </a:cubicBezTo>
                <a:cubicBezTo>
                  <a:pt x="8125566" y="1279776"/>
                  <a:pt x="8084128" y="1294221"/>
                  <a:pt x="8074238" y="1301895"/>
                </a:cubicBezTo>
                <a:cubicBezTo>
                  <a:pt x="8052170" y="1326903"/>
                  <a:pt x="7986951" y="1319381"/>
                  <a:pt x="7968292" y="1338779"/>
                </a:cubicBezTo>
                <a:cubicBezTo>
                  <a:pt x="7960694" y="1342282"/>
                  <a:pt x="7952937" y="1344333"/>
                  <a:pt x="7945122" y="1345477"/>
                </a:cubicBezTo>
                <a:lnTo>
                  <a:pt x="7922771" y="1346645"/>
                </a:lnTo>
                <a:lnTo>
                  <a:pt x="7915461" y="1342919"/>
                </a:lnTo>
                <a:lnTo>
                  <a:pt x="7902328" y="1345865"/>
                </a:lnTo>
                <a:lnTo>
                  <a:pt x="7898322" y="1345689"/>
                </a:lnTo>
                <a:lnTo>
                  <a:pt x="7875879" y="1345646"/>
                </a:lnTo>
                <a:cubicBezTo>
                  <a:pt x="7890672" y="1367295"/>
                  <a:pt x="7816428" y="1353520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87405" y="1382806"/>
                  <a:pt x="7548172" y="1417460"/>
                </a:cubicBezTo>
                <a:cubicBezTo>
                  <a:pt x="7551327" y="1405830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213486" y="1580987"/>
                </a:lnTo>
                <a:lnTo>
                  <a:pt x="7210972" y="1580856"/>
                </a:lnTo>
                <a:lnTo>
                  <a:pt x="7183121" y="1595162"/>
                </a:lnTo>
                <a:lnTo>
                  <a:pt x="7164601" y="1606490"/>
                </a:lnTo>
                <a:lnTo>
                  <a:pt x="7159286" y="1606850"/>
                </a:lnTo>
                <a:cubicBezTo>
                  <a:pt x="7150961" y="1609262"/>
                  <a:pt x="7125743" y="1618162"/>
                  <a:pt x="7114651" y="1620959"/>
                </a:cubicBezTo>
                <a:cubicBezTo>
                  <a:pt x="7109310" y="1606138"/>
                  <a:pt x="7106695" y="1617324"/>
                  <a:pt x="7092727" y="1623628"/>
                </a:cubicBezTo>
                <a:cubicBezTo>
                  <a:pt x="7081313" y="1602012"/>
                  <a:pt x="7049394" y="1627301"/>
                  <a:pt x="7031309" y="1619451"/>
                </a:cubicBezTo>
                <a:cubicBezTo>
                  <a:pt x="7021305" y="1624569"/>
                  <a:pt x="7010515" y="1629587"/>
                  <a:pt x="6999084" y="1634317"/>
                </a:cubicBezTo>
                <a:lnTo>
                  <a:pt x="6992107" y="1636860"/>
                </a:lnTo>
                <a:lnTo>
                  <a:pt x="6991765" y="1636725"/>
                </a:lnTo>
                <a:cubicBezTo>
                  <a:pt x="6989813" y="1636884"/>
                  <a:pt x="6987353" y="1637572"/>
                  <a:pt x="6983996" y="1639040"/>
                </a:cubicBezTo>
                <a:lnTo>
                  <a:pt x="6979383" y="1641496"/>
                </a:lnTo>
                <a:lnTo>
                  <a:pt x="6900177" y="1636016"/>
                </a:ln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19334" y="1664040"/>
                  <a:pt x="6608179" y="1654034"/>
                  <a:pt x="6587857" y="1665769"/>
                </a:cubicBezTo>
                <a:lnTo>
                  <a:pt x="6554894" y="1664428"/>
                </a:lnTo>
                <a:lnTo>
                  <a:pt x="6551579" y="1662213"/>
                </a:lnTo>
                <a:lnTo>
                  <a:pt x="6545693" y="1661776"/>
                </a:lnTo>
                <a:lnTo>
                  <a:pt x="6530561" y="1664619"/>
                </a:lnTo>
                <a:lnTo>
                  <a:pt x="6525028" y="1666354"/>
                </a:lnTo>
                <a:cubicBezTo>
                  <a:pt x="6521154" y="1667301"/>
                  <a:pt x="6518510" y="1667613"/>
                  <a:pt x="6516595" y="1667475"/>
                </a:cubicBezTo>
                <a:lnTo>
                  <a:pt x="6516340" y="1667291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57809" y="1668164"/>
                  <a:pt x="6415506" y="1688334"/>
                  <a:pt x="6415265" y="1665317"/>
                </a:cubicBezTo>
                <a:cubicBezTo>
                  <a:pt x="6399063" y="1669446"/>
                  <a:pt x="6391173" y="1680085"/>
                  <a:pt x="6393343" y="1664672"/>
                </a:cubicBezTo>
                <a:lnTo>
                  <a:pt x="6380457" y="1662376"/>
                </a:lnTo>
                <a:lnTo>
                  <a:pt x="6280959" y="1689329"/>
                </a:lnTo>
                <a:lnTo>
                  <a:pt x="6266765" y="1695560"/>
                </a:lnTo>
                <a:cubicBezTo>
                  <a:pt x="6262331" y="1698152"/>
                  <a:pt x="6258580" y="1701192"/>
                  <a:pt x="6255823" y="1704850"/>
                </a:cubicBezTo>
                <a:cubicBezTo>
                  <a:pt x="6200184" y="1694834"/>
                  <a:pt x="6155082" y="1716996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99949" y="1814490"/>
                </a:lnTo>
                <a:lnTo>
                  <a:pt x="5453307" y="1815450"/>
                </a:lnTo>
                <a:cubicBezTo>
                  <a:pt x="5433075" y="1827706"/>
                  <a:pt x="5395563" y="1821122"/>
                  <a:pt x="5364192" y="1826074"/>
                </a:cubicBezTo>
                <a:lnTo>
                  <a:pt x="5350380" y="1830891"/>
                </a:lnTo>
                <a:lnTo>
                  <a:pt x="5259633" y="1837160"/>
                </a:lnTo>
                <a:lnTo>
                  <a:pt x="5197513" y="1844718"/>
                </a:lnTo>
                <a:lnTo>
                  <a:pt x="5184170" y="1849402"/>
                </a:lnTo>
                <a:lnTo>
                  <a:pt x="5168852" y="1844846"/>
                </a:lnTo>
                <a:cubicBezTo>
                  <a:pt x="5166986" y="1843561"/>
                  <a:pt x="5165478" y="1842127"/>
                  <a:pt x="5164370" y="1840597"/>
                </a:cubicBezTo>
                <a:lnTo>
                  <a:pt x="5114927" y="1847827"/>
                </a:ln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63743" y="1799478"/>
                  <a:pt x="4655044" y="1795479"/>
                  <a:pt x="4647449" y="1793181"/>
                </a:cubicBezTo>
                <a:lnTo>
                  <a:pt x="4645504" y="1787606"/>
                </a:lnTo>
                <a:lnTo>
                  <a:pt x="4632229" y="1785815"/>
                </a:lnTo>
                <a:lnTo>
                  <a:pt x="4629273" y="1784355"/>
                </a:lnTo>
                <a:cubicBezTo>
                  <a:pt x="4623639" y="1781544"/>
                  <a:pt x="4617950" y="1778917"/>
                  <a:pt x="4611738" y="1776964"/>
                </a:cubicBezTo>
                <a:cubicBezTo>
                  <a:pt x="4601379" y="1800272"/>
                  <a:pt x="4557197" y="1764196"/>
                  <a:pt x="4560070" y="1785640"/>
                </a:cubicBezTo>
                <a:lnTo>
                  <a:pt x="4536503" y="1785334"/>
                </a:lnTo>
                <a:lnTo>
                  <a:pt x="4513724" y="1791996"/>
                </a:lnTo>
                <a:lnTo>
                  <a:pt x="4501513" y="1799835"/>
                </a:lnTo>
                <a:lnTo>
                  <a:pt x="4459076" y="1813003"/>
                </a:lnTo>
                <a:lnTo>
                  <a:pt x="4459810" y="1797886"/>
                </a:lnTo>
                <a:lnTo>
                  <a:pt x="4379064" y="1817177"/>
                </a:lnTo>
                <a:lnTo>
                  <a:pt x="4319209" y="1834833"/>
                </a:lnTo>
                <a:lnTo>
                  <a:pt x="4306907" y="1841641"/>
                </a:lnTo>
                <a:lnTo>
                  <a:pt x="4290981" y="1839677"/>
                </a:lnTo>
                <a:cubicBezTo>
                  <a:pt x="4288909" y="1838717"/>
                  <a:pt x="4287163" y="1837555"/>
                  <a:pt x="4285792" y="1836231"/>
                </a:cubicBezTo>
                <a:lnTo>
                  <a:pt x="4238372" y="1851480"/>
                </a:ln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84875" y="1878116"/>
                  <a:pt x="3775574" y="1875612"/>
                  <a:pt x="3767672" y="1874600"/>
                </a:cubicBezTo>
                <a:lnTo>
                  <a:pt x="3764741" y="1869433"/>
                </a:lnTo>
                <a:lnTo>
                  <a:pt x="3751332" y="1869854"/>
                </a:lnTo>
                <a:lnTo>
                  <a:pt x="3748155" y="1868903"/>
                </a:lnTo>
                <a:cubicBezTo>
                  <a:pt x="3742091" y="1867062"/>
                  <a:pt x="3736007" y="1865414"/>
                  <a:pt x="3729530" y="1864513"/>
                </a:cubicBezTo>
                <a:cubicBezTo>
                  <a:pt x="3723549" y="1889158"/>
                  <a:pt x="3673453" y="1860919"/>
                  <a:pt x="3680177" y="1881552"/>
                </a:cubicBezTo>
                <a:cubicBezTo>
                  <a:pt x="3643549" y="1880892"/>
                  <a:pt x="3599470" y="1913398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228353" y="1917339"/>
                  <a:pt x="3163854" y="1927961"/>
                  <a:pt x="3123424" y="1952930"/>
                </a:cubicBezTo>
                <a:cubicBezTo>
                  <a:pt x="3067921" y="1955455"/>
                  <a:pt x="3058626" y="1970554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80071" y="1972988"/>
                </a:lnTo>
                <a:lnTo>
                  <a:pt x="2978094" y="1972369"/>
                </a:ln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72808" y="1994277"/>
                  <a:pt x="2869648" y="1993306"/>
                  <a:pt x="2864145" y="1994061"/>
                </a:cubicBezTo>
                <a:cubicBezTo>
                  <a:pt x="2872218" y="1978115"/>
                  <a:pt x="2860603" y="1988862"/>
                  <a:pt x="2843662" y="1992498"/>
                </a:cubicBezTo>
                <a:cubicBezTo>
                  <a:pt x="2852423" y="1968542"/>
                  <a:pt x="2804535" y="1987804"/>
                  <a:pt x="2796128" y="1976403"/>
                </a:cubicBezTo>
                <a:cubicBezTo>
                  <a:pt x="2783487" y="1979614"/>
                  <a:pt x="2770278" y="1982573"/>
                  <a:pt x="2756784" y="1985116"/>
                </a:cubicBezTo>
                <a:lnTo>
                  <a:pt x="2748833" y="1986323"/>
                </a:lnTo>
                <a:cubicBezTo>
                  <a:pt x="2748775" y="1986256"/>
                  <a:pt x="2748719" y="1986188"/>
                  <a:pt x="2748661" y="1986122"/>
                </a:cubicBezTo>
                <a:cubicBezTo>
                  <a:pt x="2746906" y="1985902"/>
                  <a:pt x="2744280" y="1986117"/>
                  <a:pt x="2740251" y="1986946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680597" y="1984996"/>
                </a:lnTo>
                <a:cubicBezTo>
                  <a:pt x="2658416" y="1985461"/>
                  <a:pt x="2612251" y="1988312"/>
                  <a:pt x="2578178" y="1990531"/>
                </a:cubicBezTo>
                <a:cubicBezTo>
                  <a:pt x="2545413" y="1998704"/>
                  <a:pt x="2513846" y="1994934"/>
                  <a:pt x="2476147" y="1998305"/>
                </a:cubicBezTo>
                <a:cubicBezTo>
                  <a:pt x="2437134" y="2013637"/>
                  <a:pt x="2413847" y="1999542"/>
                  <a:pt x="2373568" y="2003219"/>
                </a:cubicBezTo>
                <a:cubicBezTo>
                  <a:pt x="2341422" y="2024631"/>
                  <a:pt x="2342856" y="1992997"/>
                  <a:pt x="2321399" y="1989467"/>
                </a:cubicBezTo>
                <a:lnTo>
                  <a:pt x="2315525" y="1989708"/>
                </a:lnTo>
                <a:lnTo>
                  <a:pt x="2300792" y="1994290"/>
                </a:lnTo>
                <a:lnTo>
                  <a:pt x="2295469" y="1996659"/>
                </a:lnTo>
                <a:cubicBezTo>
                  <a:pt x="2291722" y="1998049"/>
                  <a:pt x="2289127" y="1998665"/>
                  <a:pt x="2287219" y="1998750"/>
                </a:cubicBezTo>
                <a:lnTo>
                  <a:pt x="2286948" y="1998596"/>
                </a:lnTo>
                <a:lnTo>
                  <a:pt x="2243069" y="2015111"/>
                </a:lnTo>
                <a:cubicBezTo>
                  <a:pt x="2229030" y="2006206"/>
                  <a:pt x="2188966" y="2031217"/>
                  <a:pt x="2186609" y="2008263"/>
                </a:cubicBezTo>
                <a:cubicBezTo>
                  <a:pt x="2170936" y="2014251"/>
                  <a:pt x="2164097" y="2025782"/>
                  <a:pt x="2164831" y="2010143"/>
                </a:cubicBezTo>
                <a:cubicBezTo>
                  <a:pt x="2159536" y="2011705"/>
                  <a:pt x="2155830" y="2011340"/>
                  <a:pt x="2152836" y="2010048"/>
                </a:cubicBezTo>
                <a:lnTo>
                  <a:pt x="2117102" y="2023004"/>
                </a:lnTo>
                <a:lnTo>
                  <a:pt x="2111935" y="2023163"/>
                </a:lnTo>
                <a:lnTo>
                  <a:pt x="2089991" y="2034193"/>
                </a:lnTo>
                <a:lnTo>
                  <a:pt x="2058061" y="2047942"/>
                </a:lnTo>
                <a:lnTo>
                  <a:pt x="2055737" y="2047704"/>
                </a:lnTo>
                <a:lnTo>
                  <a:pt x="2042244" y="2055560"/>
                </a:lnTo>
                <a:cubicBezTo>
                  <a:pt x="2038090" y="2058656"/>
                  <a:pt x="1978623" y="2070285"/>
                  <a:pt x="1976224" y="2074257"/>
                </a:cubicBezTo>
                <a:cubicBezTo>
                  <a:pt x="1920172" y="2070662"/>
                  <a:pt x="1933546" y="2089824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402655" y="2224964"/>
                  <a:pt x="1409212" y="2231152"/>
                  <a:pt x="1398481" y="2237074"/>
                </a:cubicBezTo>
                <a:cubicBezTo>
                  <a:pt x="1398456" y="2237082"/>
                  <a:pt x="1398432" y="2237089"/>
                  <a:pt x="1398407" y="2237095"/>
                </a:cubicBezTo>
                <a:lnTo>
                  <a:pt x="1370962" y="2237474"/>
                </a:lnTo>
                <a:lnTo>
                  <a:pt x="1356367" y="2235089"/>
                </a:lnTo>
                <a:cubicBezTo>
                  <a:pt x="1346056" y="2233320"/>
                  <a:pt x="1335986" y="2231930"/>
                  <a:pt x="1324828" y="2231968"/>
                </a:cubicBezTo>
                <a:lnTo>
                  <a:pt x="1297744" y="2235849"/>
                </a:lnTo>
                <a:lnTo>
                  <a:pt x="1286236" y="2233135"/>
                </a:lnTo>
                <a:lnTo>
                  <a:pt x="1283504" y="2233797"/>
                </a:lnTo>
                <a:lnTo>
                  <a:pt x="1279765" y="2229639"/>
                </a:ln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64984" y="2224767"/>
                  <a:pt x="812914" y="2202752"/>
                </a:cubicBezTo>
                <a:cubicBezTo>
                  <a:pt x="809419" y="2205714"/>
                  <a:pt x="805091" y="2207855"/>
                  <a:pt x="800195" y="2209407"/>
                </a:cubicBezTo>
                <a:lnTo>
                  <a:pt x="784978" y="2212360"/>
                </a:lnTo>
                <a:lnTo>
                  <a:pt x="681987" y="2216757"/>
                </a:lnTo>
                <a:lnTo>
                  <a:pt x="669923" y="2211682"/>
                </a:lnTo>
                <a:cubicBezTo>
                  <a:pt x="675432" y="2197125"/>
                  <a:pt x="665394" y="2205767"/>
                  <a:pt x="648680" y="2206229"/>
                </a:cubicBezTo>
                <a:cubicBezTo>
                  <a:pt x="653511" y="2183723"/>
                  <a:pt x="607806" y="2194090"/>
                  <a:pt x="597225" y="2180999"/>
                </a:cubicBezTo>
                <a:cubicBezTo>
                  <a:pt x="584838" y="2181847"/>
                  <a:pt x="571827" y="2182333"/>
                  <a:pt x="558449" y="2182346"/>
                </a:cubicBezTo>
                <a:lnTo>
                  <a:pt x="550517" y="2182060"/>
                </a:lnTo>
                <a:lnTo>
                  <a:pt x="550309" y="2181825"/>
                </a:lnTo>
                <a:cubicBezTo>
                  <a:pt x="548471" y="2181269"/>
                  <a:pt x="545824" y="2180990"/>
                  <a:pt x="541836" y="2181063"/>
                </a:cubicBezTo>
                <a:lnTo>
                  <a:pt x="536057" y="2181537"/>
                </a:lnTo>
                <a:lnTo>
                  <a:pt x="520671" y="2180980"/>
                </a:lnTo>
                <a:lnTo>
                  <a:pt x="515024" y="2179258"/>
                </a:lnTo>
                <a:lnTo>
                  <a:pt x="512278" y="2176369"/>
                </a:lnTo>
                <a:lnTo>
                  <a:pt x="480419" y="2167807"/>
                </a:lnTo>
                <a:cubicBezTo>
                  <a:pt x="458012" y="2174781"/>
                  <a:pt x="449332" y="2162566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36093" y="2150634"/>
                  <a:pt x="209811" y="2132011"/>
                  <a:pt x="169207" y="2128100"/>
                </a:cubicBezTo>
                <a:lnTo>
                  <a:pt x="93149" y="2105324"/>
                </a:lnTo>
                <a:lnTo>
                  <a:pt x="88109" y="2106704"/>
                </a:lnTo>
                <a:cubicBezTo>
                  <a:pt x="84511" y="2107398"/>
                  <a:pt x="81960" y="2107528"/>
                  <a:pt x="80022" y="2107254"/>
                </a:cubicBezTo>
                <a:lnTo>
                  <a:pt x="79717" y="2107046"/>
                </a:lnTo>
                <a:lnTo>
                  <a:pt x="72352" y="2107991"/>
                </a:lnTo>
                <a:cubicBezTo>
                  <a:pt x="60160" y="2110089"/>
                  <a:pt x="48530" y="2112610"/>
                  <a:pt x="37645" y="2115401"/>
                </a:cubicBez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E3BC0-63EB-95DA-578A-F4842FA7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741082"/>
            <a:ext cx="9274512" cy="949606"/>
          </a:xfrm>
        </p:spPr>
        <p:txBody>
          <a:bodyPr>
            <a:normAutofit/>
          </a:bodyPr>
          <a:lstStyle/>
          <a:p>
            <a:r>
              <a:rPr lang="en-GB" dirty="0" err="1"/>
              <a:t>Vistext</a:t>
            </a:r>
            <a:endParaRPr lang="en-GB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01A971-CEBD-4E4B-8529-3BB4F4100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0460" y="6189260"/>
            <a:ext cx="7831541" cy="668740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9A752-F903-956D-A3C1-69FC669D3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177" y="2207312"/>
            <a:ext cx="9568855" cy="3959576"/>
          </a:xfrm>
        </p:spPr>
        <p:txBody>
          <a:bodyPr/>
          <a:lstStyle/>
          <a:p>
            <a:pPr marL="205740" indent="-205740" defTabSz="822960">
              <a:spcBef>
                <a:spcPts val="900"/>
              </a:spcBef>
            </a:pPr>
            <a:r>
              <a:rPr lang="en-GB" sz="25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Takes a graph/table as input</a:t>
            </a:r>
            <a:endParaRPr lang="en-GB" sz="2520" dirty="0"/>
          </a:p>
          <a:p>
            <a:pPr marL="205740" indent="-205740" defTabSz="822960">
              <a:spcBef>
                <a:spcPts val="900"/>
              </a:spcBef>
            </a:pPr>
            <a:r>
              <a:rPr lang="en-GB" sz="2520" dirty="0"/>
              <a:t>Generates text describing trend, anomalies etc.</a:t>
            </a:r>
          </a:p>
          <a:p>
            <a:pPr marL="205740" indent="-205740" defTabSz="822960">
              <a:spcBef>
                <a:spcPts val="900"/>
              </a:spcBef>
            </a:pPr>
            <a:endParaRPr lang="en-GB" dirty="0"/>
          </a:p>
        </p:txBody>
      </p:sp>
      <p:pic>
        <p:nvPicPr>
          <p:cNvPr id="4" name="Picture 2" descr="Teaser image">
            <a:extLst>
              <a:ext uri="{FF2B5EF4-FFF2-40B4-BE49-F238E27FC236}">
                <a16:creationId xmlns:a16="http://schemas.microsoft.com/office/drawing/2014/main" id="{609AE6C6-2BB5-A7A5-FF2B-8FDEB007A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2149" y="3098637"/>
            <a:ext cx="11527702" cy="3170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cat in a circle&#10;&#10;Description automatically generated">
            <a:extLst>
              <a:ext uri="{FF2B5EF4-FFF2-40B4-BE49-F238E27FC236}">
                <a16:creationId xmlns:a16="http://schemas.microsoft.com/office/drawing/2014/main" id="{ABB269B8-0F18-8C4D-9DA8-661A62743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860" y="421640"/>
            <a:ext cx="949164" cy="94916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B624CA-8158-A935-1693-86583386E28E}"/>
              </a:ext>
            </a:extLst>
          </p:cNvPr>
          <p:cNvSpPr txBox="1">
            <a:spLocks/>
          </p:cNvSpPr>
          <p:nvPr/>
        </p:nvSpPr>
        <p:spPr>
          <a:xfrm>
            <a:off x="4699322" y="2211884"/>
            <a:ext cx="7334151" cy="479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40" indent="-205740" defTabSz="822960">
              <a:spcBef>
                <a:spcPts val="900"/>
              </a:spcBef>
            </a:pPr>
            <a:r>
              <a:rPr lang="en-GB" sz="2520" dirty="0"/>
              <a:t>Open source so easy to put into larger Python project</a:t>
            </a:r>
          </a:p>
        </p:txBody>
      </p:sp>
    </p:spTree>
    <p:extLst>
      <p:ext uri="{BB962C8B-B14F-4D97-AF65-F5344CB8AC3E}">
        <p14:creationId xmlns:p14="http://schemas.microsoft.com/office/powerpoint/2010/main" val="230139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72DE8-E58B-4D56-BA61-C69C601DC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183ACFC-B25E-402F-BBD8-E42034CDD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76818"/>
          </a:xfrm>
          <a:custGeom>
            <a:avLst/>
            <a:gdLst>
              <a:gd name="connsiteX0" fmla="*/ 0 w 12192000"/>
              <a:gd name="connsiteY0" fmla="*/ 0 h 2237474"/>
              <a:gd name="connsiteX1" fmla="*/ 12192000 w 12192000"/>
              <a:gd name="connsiteY1" fmla="*/ 0 h 2237474"/>
              <a:gd name="connsiteX2" fmla="*/ 12192000 w 12192000"/>
              <a:gd name="connsiteY2" fmla="*/ 751299 h 2237474"/>
              <a:gd name="connsiteX3" fmla="*/ 12176759 w 12192000"/>
              <a:gd name="connsiteY3" fmla="*/ 759190 h 2237474"/>
              <a:gd name="connsiteX4" fmla="*/ 12154948 w 12192000"/>
              <a:gd name="connsiteY4" fmla="*/ 762731 h 2237474"/>
              <a:gd name="connsiteX5" fmla="*/ 12047364 w 12192000"/>
              <a:gd name="connsiteY5" fmla="*/ 749662 h 2237474"/>
              <a:gd name="connsiteX6" fmla="*/ 11890686 w 12192000"/>
              <a:gd name="connsiteY6" fmla="*/ 732766 h 2237474"/>
              <a:gd name="connsiteX7" fmla="*/ 11782413 w 12192000"/>
              <a:gd name="connsiteY7" fmla="*/ 769868 h 2237474"/>
              <a:gd name="connsiteX8" fmla="*/ 11649954 w 12192000"/>
              <a:gd name="connsiteY8" fmla="*/ 749628 h 2237474"/>
              <a:gd name="connsiteX9" fmla="*/ 11560424 w 12192000"/>
              <a:gd name="connsiteY9" fmla="*/ 748017 h 2237474"/>
              <a:gd name="connsiteX10" fmla="*/ 11358455 w 12192000"/>
              <a:gd name="connsiteY10" fmla="*/ 747593 h 2237474"/>
              <a:gd name="connsiteX11" fmla="*/ 11165209 w 12192000"/>
              <a:gd name="connsiteY11" fmla="*/ 748852 h 2237474"/>
              <a:gd name="connsiteX12" fmla="*/ 11058755 w 12192000"/>
              <a:gd name="connsiteY12" fmla="*/ 749617 h 2237474"/>
              <a:gd name="connsiteX13" fmla="*/ 10884013 w 12192000"/>
              <a:gd name="connsiteY13" fmla="*/ 760728 h 2237474"/>
              <a:gd name="connsiteX14" fmla="*/ 10834688 w 12192000"/>
              <a:gd name="connsiteY14" fmla="*/ 757726 h 2237474"/>
              <a:gd name="connsiteX15" fmla="*/ 10805004 w 12192000"/>
              <a:gd name="connsiteY15" fmla="*/ 757573 h 2237474"/>
              <a:gd name="connsiteX16" fmla="*/ 10739478 w 12192000"/>
              <a:gd name="connsiteY16" fmla="*/ 776841 h 2237474"/>
              <a:gd name="connsiteX17" fmla="*/ 10458762 w 12192000"/>
              <a:gd name="connsiteY17" fmla="*/ 755400 h 2237474"/>
              <a:gd name="connsiteX18" fmla="*/ 10246919 w 12192000"/>
              <a:gd name="connsiteY18" fmla="*/ 769960 h 2237474"/>
              <a:gd name="connsiteX19" fmla="*/ 10167995 w 12192000"/>
              <a:gd name="connsiteY19" fmla="*/ 760843 h 2237474"/>
              <a:gd name="connsiteX20" fmla="*/ 9997044 w 12192000"/>
              <a:gd name="connsiteY20" fmla="*/ 780129 h 2237474"/>
              <a:gd name="connsiteX21" fmla="*/ 9943887 w 12192000"/>
              <a:gd name="connsiteY21" fmla="*/ 804141 h 2237474"/>
              <a:gd name="connsiteX22" fmla="*/ 9918248 w 12192000"/>
              <a:gd name="connsiteY22" fmla="*/ 816628 h 2237474"/>
              <a:gd name="connsiteX23" fmla="*/ 9836148 w 12192000"/>
              <a:gd name="connsiteY23" fmla="*/ 858312 h 2237474"/>
              <a:gd name="connsiteX24" fmla="*/ 9823800 w 12192000"/>
              <a:gd name="connsiteY24" fmla="*/ 866604 h 2237474"/>
              <a:gd name="connsiteX25" fmla="*/ 9794684 w 12192000"/>
              <a:gd name="connsiteY25" fmla="*/ 864509 h 2237474"/>
              <a:gd name="connsiteX26" fmla="*/ 9778288 w 12192000"/>
              <a:gd name="connsiteY26" fmla="*/ 854362 h 2237474"/>
              <a:gd name="connsiteX27" fmla="*/ 9773886 w 12192000"/>
              <a:gd name="connsiteY27" fmla="*/ 857543 h 2237474"/>
              <a:gd name="connsiteX28" fmla="*/ 9761459 w 12192000"/>
              <a:gd name="connsiteY28" fmla="*/ 862394 h 2237474"/>
              <a:gd name="connsiteX29" fmla="*/ 9705768 w 12192000"/>
              <a:gd name="connsiteY29" fmla="*/ 894610 h 2237474"/>
              <a:gd name="connsiteX30" fmla="*/ 9683005 w 12192000"/>
              <a:gd name="connsiteY30" fmla="*/ 894128 h 2237474"/>
              <a:gd name="connsiteX31" fmla="*/ 9594438 w 12192000"/>
              <a:gd name="connsiteY31" fmla="*/ 919051 h 2237474"/>
              <a:gd name="connsiteX32" fmla="*/ 9577033 w 12192000"/>
              <a:gd name="connsiteY32" fmla="*/ 922857 h 2237474"/>
              <a:gd name="connsiteX33" fmla="*/ 9544189 w 12192000"/>
              <a:gd name="connsiteY33" fmla="*/ 938966 h 2237474"/>
              <a:gd name="connsiteX34" fmla="*/ 9534048 w 12192000"/>
              <a:gd name="connsiteY34" fmla="*/ 940158 h 2237474"/>
              <a:gd name="connsiteX35" fmla="*/ 9500499 w 12192000"/>
              <a:gd name="connsiteY35" fmla="*/ 954680 h 2237474"/>
              <a:gd name="connsiteX36" fmla="*/ 9428195 w 12192000"/>
              <a:gd name="connsiteY36" fmla="*/ 986225 h 2237474"/>
              <a:gd name="connsiteX37" fmla="*/ 9410017 w 12192000"/>
              <a:gd name="connsiteY37" fmla="*/ 993931 h 2237474"/>
              <a:gd name="connsiteX38" fmla="*/ 9392919 w 12192000"/>
              <a:gd name="connsiteY38" fmla="*/ 994656 h 2237474"/>
              <a:gd name="connsiteX39" fmla="*/ 9301293 w 12192000"/>
              <a:gd name="connsiteY39" fmla="*/ 1011593 h 2237474"/>
              <a:gd name="connsiteX40" fmla="*/ 9278619 w 12192000"/>
              <a:gd name="connsiteY40" fmla="*/ 1011878 h 2237474"/>
              <a:gd name="connsiteX41" fmla="*/ 9268019 w 12192000"/>
              <a:gd name="connsiteY41" fmla="*/ 1007442 h 2237474"/>
              <a:gd name="connsiteX42" fmla="*/ 9234662 w 12192000"/>
              <a:gd name="connsiteY42" fmla="*/ 1023056 h 2237474"/>
              <a:gd name="connsiteX43" fmla="*/ 9181033 w 12192000"/>
              <a:gd name="connsiteY43" fmla="*/ 1037921 h 2237474"/>
              <a:gd name="connsiteX44" fmla="*/ 9155969 w 12192000"/>
              <a:gd name="connsiteY44" fmla="*/ 1046804 h 2237474"/>
              <a:gd name="connsiteX45" fmla="*/ 9133985 w 12192000"/>
              <a:gd name="connsiteY45" fmla="*/ 1046450 h 2237474"/>
              <a:gd name="connsiteX46" fmla="*/ 9012987 w 12192000"/>
              <a:gd name="connsiteY46" fmla="*/ 1061986 h 2237474"/>
              <a:gd name="connsiteX47" fmla="*/ 8968445 w 12192000"/>
              <a:gd name="connsiteY47" fmla="*/ 1052169 h 2237474"/>
              <a:gd name="connsiteX48" fmla="*/ 8958984 w 12192000"/>
              <a:gd name="connsiteY48" fmla="*/ 1057212 h 2237474"/>
              <a:gd name="connsiteX49" fmla="*/ 8886001 w 12192000"/>
              <a:gd name="connsiteY49" fmla="*/ 1067468 h 2237474"/>
              <a:gd name="connsiteX50" fmla="*/ 8838610 w 12192000"/>
              <a:gd name="connsiteY50" fmla="*/ 1075091 h 2237474"/>
              <a:gd name="connsiteX51" fmla="*/ 8750383 w 12192000"/>
              <a:gd name="connsiteY51" fmla="*/ 1097387 h 2237474"/>
              <a:gd name="connsiteX52" fmla="*/ 8697365 w 12192000"/>
              <a:gd name="connsiteY52" fmla="*/ 1105869 h 2237474"/>
              <a:gd name="connsiteX53" fmla="*/ 8665605 w 12192000"/>
              <a:gd name="connsiteY53" fmla="*/ 1110791 h 2237474"/>
              <a:gd name="connsiteX54" fmla="*/ 8584946 w 12192000"/>
              <a:gd name="connsiteY54" fmla="*/ 1135226 h 2237474"/>
              <a:gd name="connsiteX55" fmla="*/ 8460755 w 12192000"/>
              <a:gd name="connsiteY55" fmla="*/ 1203427 h 2237474"/>
              <a:gd name="connsiteX56" fmla="*/ 8419755 w 12192000"/>
              <a:gd name="connsiteY56" fmla="*/ 1216260 h 2237474"/>
              <a:gd name="connsiteX57" fmla="*/ 8411626 w 12192000"/>
              <a:gd name="connsiteY57" fmla="*/ 1214397 h 2237474"/>
              <a:gd name="connsiteX58" fmla="*/ 8363469 w 12192000"/>
              <a:gd name="connsiteY58" fmla="*/ 1246658 h 2237474"/>
              <a:gd name="connsiteX59" fmla="*/ 8275497 w 12192000"/>
              <a:gd name="connsiteY59" fmla="*/ 1264396 h 2237474"/>
              <a:gd name="connsiteX60" fmla="*/ 8206287 w 12192000"/>
              <a:gd name="connsiteY60" fmla="*/ 1273060 h 2237474"/>
              <a:gd name="connsiteX61" fmla="*/ 8168705 w 12192000"/>
              <a:gd name="connsiteY61" fmla="*/ 1279956 h 2237474"/>
              <a:gd name="connsiteX62" fmla="*/ 8139997 w 12192000"/>
              <a:gd name="connsiteY62" fmla="*/ 1282713 h 2237474"/>
              <a:gd name="connsiteX63" fmla="*/ 8074238 w 12192000"/>
              <a:gd name="connsiteY63" fmla="*/ 1301895 h 2237474"/>
              <a:gd name="connsiteX64" fmla="*/ 7968292 w 12192000"/>
              <a:gd name="connsiteY64" fmla="*/ 1338779 h 2237474"/>
              <a:gd name="connsiteX65" fmla="*/ 7945122 w 12192000"/>
              <a:gd name="connsiteY65" fmla="*/ 1345477 h 2237474"/>
              <a:gd name="connsiteX66" fmla="*/ 7922771 w 12192000"/>
              <a:gd name="connsiteY66" fmla="*/ 1346645 h 2237474"/>
              <a:gd name="connsiteX67" fmla="*/ 7915461 w 12192000"/>
              <a:gd name="connsiteY67" fmla="*/ 1342919 h 2237474"/>
              <a:gd name="connsiteX68" fmla="*/ 7902328 w 12192000"/>
              <a:gd name="connsiteY68" fmla="*/ 1345865 h 2237474"/>
              <a:gd name="connsiteX69" fmla="*/ 7898322 w 12192000"/>
              <a:gd name="connsiteY69" fmla="*/ 1345689 h 2237474"/>
              <a:gd name="connsiteX70" fmla="*/ 7875879 w 12192000"/>
              <a:gd name="connsiteY70" fmla="*/ 1345646 h 2237474"/>
              <a:gd name="connsiteX71" fmla="*/ 7840612 w 12192000"/>
              <a:gd name="connsiteY71" fmla="*/ 1369373 h 2237474"/>
              <a:gd name="connsiteX72" fmla="*/ 7786819 w 12192000"/>
              <a:gd name="connsiteY72" fmla="*/ 1378970 h 2237474"/>
              <a:gd name="connsiteX73" fmla="*/ 7548172 w 12192000"/>
              <a:gd name="connsiteY73" fmla="*/ 1417460 h 2237474"/>
              <a:gd name="connsiteX74" fmla="*/ 7483437 w 12192000"/>
              <a:gd name="connsiteY74" fmla="*/ 1478152 h 2237474"/>
              <a:gd name="connsiteX75" fmla="*/ 7377870 w 12192000"/>
              <a:gd name="connsiteY75" fmla="*/ 1523319 h 2237474"/>
              <a:gd name="connsiteX76" fmla="*/ 7230737 w 12192000"/>
              <a:gd name="connsiteY76" fmla="*/ 1562633 h 2237474"/>
              <a:gd name="connsiteX77" fmla="*/ 7224458 w 12192000"/>
              <a:gd name="connsiteY77" fmla="*/ 1573008 h 2237474"/>
              <a:gd name="connsiteX78" fmla="*/ 7213486 w 12192000"/>
              <a:gd name="connsiteY78" fmla="*/ 1580987 h 2237474"/>
              <a:gd name="connsiteX79" fmla="*/ 7210972 w 12192000"/>
              <a:gd name="connsiteY79" fmla="*/ 1580856 h 2237474"/>
              <a:gd name="connsiteX80" fmla="*/ 7183121 w 12192000"/>
              <a:gd name="connsiteY80" fmla="*/ 1595162 h 2237474"/>
              <a:gd name="connsiteX81" fmla="*/ 7164601 w 12192000"/>
              <a:gd name="connsiteY81" fmla="*/ 1606490 h 2237474"/>
              <a:gd name="connsiteX82" fmla="*/ 7159286 w 12192000"/>
              <a:gd name="connsiteY82" fmla="*/ 1606850 h 2237474"/>
              <a:gd name="connsiteX83" fmla="*/ 7114651 w 12192000"/>
              <a:gd name="connsiteY83" fmla="*/ 1620959 h 2237474"/>
              <a:gd name="connsiteX84" fmla="*/ 7092727 w 12192000"/>
              <a:gd name="connsiteY84" fmla="*/ 1623628 h 2237474"/>
              <a:gd name="connsiteX85" fmla="*/ 7031309 w 12192000"/>
              <a:gd name="connsiteY85" fmla="*/ 1619451 h 2237474"/>
              <a:gd name="connsiteX86" fmla="*/ 6999084 w 12192000"/>
              <a:gd name="connsiteY86" fmla="*/ 1634317 h 2237474"/>
              <a:gd name="connsiteX87" fmla="*/ 6992107 w 12192000"/>
              <a:gd name="connsiteY87" fmla="*/ 1636860 h 2237474"/>
              <a:gd name="connsiteX88" fmla="*/ 6991765 w 12192000"/>
              <a:gd name="connsiteY88" fmla="*/ 1636725 h 2237474"/>
              <a:gd name="connsiteX89" fmla="*/ 6983996 w 12192000"/>
              <a:gd name="connsiteY89" fmla="*/ 1639040 h 2237474"/>
              <a:gd name="connsiteX90" fmla="*/ 6979383 w 12192000"/>
              <a:gd name="connsiteY90" fmla="*/ 1641496 h 2237474"/>
              <a:gd name="connsiteX91" fmla="*/ 6900177 w 12192000"/>
              <a:gd name="connsiteY91" fmla="*/ 1636016 h 2237474"/>
              <a:gd name="connsiteX92" fmla="*/ 6795372 w 12192000"/>
              <a:gd name="connsiteY92" fmla="*/ 1644845 h 2237474"/>
              <a:gd name="connsiteX93" fmla="*/ 6692251 w 12192000"/>
              <a:gd name="connsiteY93" fmla="*/ 1656357 h 2237474"/>
              <a:gd name="connsiteX94" fmla="*/ 6655235 w 12192000"/>
              <a:gd name="connsiteY94" fmla="*/ 1661869 h 2237474"/>
              <a:gd name="connsiteX95" fmla="*/ 6587857 w 12192000"/>
              <a:gd name="connsiteY95" fmla="*/ 1665769 h 2237474"/>
              <a:gd name="connsiteX96" fmla="*/ 6554894 w 12192000"/>
              <a:gd name="connsiteY96" fmla="*/ 1664428 h 2237474"/>
              <a:gd name="connsiteX97" fmla="*/ 6551579 w 12192000"/>
              <a:gd name="connsiteY97" fmla="*/ 1662213 h 2237474"/>
              <a:gd name="connsiteX98" fmla="*/ 6545693 w 12192000"/>
              <a:gd name="connsiteY98" fmla="*/ 1661776 h 2237474"/>
              <a:gd name="connsiteX99" fmla="*/ 6530561 w 12192000"/>
              <a:gd name="connsiteY99" fmla="*/ 1664619 h 2237474"/>
              <a:gd name="connsiteX100" fmla="*/ 6525028 w 12192000"/>
              <a:gd name="connsiteY100" fmla="*/ 1666354 h 2237474"/>
              <a:gd name="connsiteX101" fmla="*/ 6516595 w 12192000"/>
              <a:gd name="connsiteY101" fmla="*/ 1667475 h 2237474"/>
              <a:gd name="connsiteX102" fmla="*/ 6516340 w 12192000"/>
              <a:gd name="connsiteY102" fmla="*/ 1667291 h 2237474"/>
              <a:gd name="connsiteX103" fmla="*/ 6508541 w 12192000"/>
              <a:gd name="connsiteY103" fmla="*/ 1668757 h 2237474"/>
              <a:gd name="connsiteX104" fmla="*/ 6471012 w 12192000"/>
              <a:gd name="connsiteY104" fmla="*/ 1678604 h 2237474"/>
              <a:gd name="connsiteX105" fmla="*/ 6415265 w 12192000"/>
              <a:gd name="connsiteY105" fmla="*/ 1665317 h 2237474"/>
              <a:gd name="connsiteX106" fmla="*/ 6393343 w 12192000"/>
              <a:gd name="connsiteY106" fmla="*/ 1664672 h 2237474"/>
              <a:gd name="connsiteX107" fmla="*/ 6380457 w 12192000"/>
              <a:gd name="connsiteY107" fmla="*/ 1662376 h 2237474"/>
              <a:gd name="connsiteX108" fmla="*/ 6280959 w 12192000"/>
              <a:gd name="connsiteY108" fmla="*/ 1689329 h 2237474"/>
              <a:gd name="connsiteX109" fmla="*/ 6266765 w 12192000"/>
              <a:gd name="connsiteY109" fmla="*/ 1695560 h 2237474"/>
              <a:gd name="connsiteX110" fmla="*/ 6255823 w 12192000"/>
              <a:gd name="connsiteY110" fmla="*/ 1704850 h 2237474"/>
              <a:gd name="connsiteX111" fmla="*/ 6098321 w 12192000"/>
              <a:gd name="connsiteY111" fmla="*/ 1721646 h 2237474"/>
              <a:gd name="connsiteX112" fmla="*/ 5880652 w 12192000"/>
              <a:gd name="connsiteY112" fmla="*/ 1779643 h 2237474"/>
              <a:gd name="connsiteX113" fmla="*/ 5785959 w 12192000"/>
              <a:gd name="connsiteY113" fmla="*/ 1775307 h 2237474"/>
              <a:gd name="connsiteX114" fmla="*/ 5643534 w 12192000"/>
              <a:gd name="connsiteY114" fmla="*/ 1802919 h 2237474"/>
              <a:gd name="connsiteX115" fmla="*/ 5518799 w 12192000"/>
              <a:gd name="connsiteY115" fmla="*/ 1818312 h 2237474"/>
              <a:gd name="connsiteX116" fmla="*/ 5505014 w 12192000"/>
              <a:gd name="connsiteY116" fmla="*/ 1819259 h 2237474"/>
              <a:gd name="connsiteX117" fmla="*/ 5499949 w 12192000"/>
              <a:gd name="connsiteY117" fmla="*/ 1814490 h 2237474"/>
              <a:gd name="connsiteX118" fmla="*/ 5453307 w 12192000"/>
              <a:gd name="connsiteY118" fmla="*/ 1815450 h 2237474"/>
              <a:gd name="connsiteX119" fmla="*/ 5364192 w 12192000"/>
              <a:gd name="connsiteY119" fmla="*/ 1826074 h 2237474"/>
              <a:gd name="connsiteX120" fmla="*/ 5350380 w 12192000"/>
              <a:gd name="connsiteY120" fmla="*/ 1830891 h 2237474"/>
              <a:gd name="connsiteX121" fmla="*/ 5259633 w 12192000"/>
              <a:gd name="connsiteY121" fmla="*/ 1837160 h 2237474"/>
              <a:gd name="connsiteX122" fmla="*/ 5197513 w 12192000"/>
              <a:gd name="connsiteY122" fmla="*/ 1844718 h 2237474"/>
              <a:gd name="connsiteX123" fmla="*/ 5184170 w 12192000"/>
              <a:gd name="connsiteY123" fmla="*/ 1849402 h 2237474"/>
              <a:gd name="connsiteX124" fmla="*/ 5168852 w 12192000"/>
              <a:gd name="connsiteY124" fmla="*/ 1844846 h 2237474"/>
              <a:gd name="connsiteX125" fmla="*/ 5164370 w 12192000"/>
              <a:gd name="connsiteY125" fmla="*/ 1840597 h 2237474"/>
              <a:gd name="connsiteX126" fmla="*/ 5114927 w 12192000"/>
              <a:gd name="connsiteY126" fmla="*/ 1847827 h 2237474"/>
              <a:gd name="connsiteX127" fmla="*/ 5108970 w 12192000"/>
              <a:gd name="connsiteY127" fmla="*/ 1847935 h 2237474"/>
              <a:gd name="connsiteX128" fmla="*/ 5067961 w 12192000"/>
              <a:gd name="connsiteY128" fmla="*/ 1845917 h 2237474"/>
              <a:gd name="connsiteX129" fmla="*/ 5007075 w 12192000"/>
              <a:gd name="connsiteY129" fmla="*/ 1838626 h 2237474"/>
              <a:gd name="connsiteX130" fmla="*/ 4944087 w 12192000"/>
              <a:gd name="connsiteY130" fmla="*/ 1823332 h 2237474"/>
              <a:gd name="connsiteX131" fmla="*/ 4907662 w 12192000"/>
              <a:gd name="connsiteY131" fmla="*/ 1816900 h 2237474"/>
              <a:gd name="connsiteX132" fmla="*/ 4882386 w 12192000"/>
              <a:gd name="connsiteY132" fmla="*/ 1809844 h 2237474"/>
              <a:gd name="connsiteX133" fmla="*/ 4811440 w 12192000"/>
              <a:gd name="connsiteY133" fmla="*/ 1804655 h 2237474"/>
              <a:gd name="connsiteX134" fmla="*/ 4691075 w 12192000"/>
              <a:gd name="connsiteY134" fmla="*/ 1801389 h 2237474"/>
              <a:gd name="connsiteX135" fmla="*/ 4647449 w 12192000"/>
              <a:gd name="connsiteY135" fmla="*/ 1793181 h 2237474"/>
              <a:gd name="connsiteX136" fmla="*/ 4645504 w 12192000"/>
              <a:gd name="connsiteY136" fmla="*/ 1787606 h 2237474"/>
              <a:gd name="connsiteX137" fmla="*/ 4632229 w 12192000"/>
              <a:gd name="connsiteY137" fmla="*/ 1785815 h 2237474"/>
              <a:gd name="connsiteX138" fmla="*/ 4629273 w 12192000"/>
              <a:gd name="connsiteY138" fmla="*/ 1784355 h 2237474"/>
              <a:gd name="connsiteX139" fmla="*/ 4611738 w 12192000"/>
              <a:gd name="connsiteY139" fmla="*/ 1776964 h 2237474"/>
              <a:gd name="connsiteX140" fmla="*/ 4560070 w 12192000"/>
              <a:gd name="connsiteY140" fmla="*/ 1785640 h 2237474"/>
              <a:gd name="connsiteX141" fmla="*/ 4536503 w 12192000"/>
              <a:gd name="connsiteY141" fmla="*/ 1785334 h 2237474"/>
              <a:gd name="connsiteX142" fmla="*/ 4513724 w 12192000"/>
              <a:gd name="connsiteY142" fmla="*/ 1791996 h 2237474"/>
              <a:gd name="connsiteX143" fmla="*/ 4501513 w 12192000"/>
              <a:gd name="connsiteY143" fmla="*/ 1799835 h 2237474"/>
              <a:gd name="connsiteX144" fmla="*/ 4459076 w 12192000"/>
              <a:gd name="connsiteY144" fmla="*/ 1813003 h 2237474"/>
              <a:gd name="connsiteX145" fmla="*/ 4459810 w 12192000"/>
              <a:gd name="connsiteY145" fmla="*/ 1797886 h 2237474"/>
              <a:gd name="connsiteX146" fmla="*/ 4379064 w 12192000"/>
              <a:gd name="connsiteY146" fmla="*/ 1817177 h 2237474"/>
              <a:gd name="connsiteX147" fmla="*/ 4319209 w 12192000"/>
              <a:gd name="connsiteY147" fmla="*/ 1834833 h 2237474"/>
              <a:gd name="connsiteX148" fmla="*/ 4306907 w 12192000"/>
              <a:gd name="connsiteY148" fmla="*/ 1841641 h 2237474"/>
              <a:gd name="connsiteX149" fmla="*/ 4290981 w 12192000"/>
              <a:gd name="connsiteY149" fmla="*/ 1839677 h 2237474"/>
              <a:gd name="connsiteX150" fmla="*/ 4285792 w 12192000"/>
              <a:gd name="connsiteY150" fmla="*/ 1836231 h 2237474"/>
              <a:gd name="connsiteX151" fmla="*/ 4238372 w 12192000"/>
              <a:gd name="connsiteY151" fmla="*/ 1851480 h 2237474"/>
              <a:gd name="connsiteX152" fmla="*/ 4232517 w 12192000"/>
              <a:gd name="connsiteY152" fmla="*/ 1852567 h 2237474"/>
              <a:gd name="connsiteX153" fmla="*/ 4191732 w 12192000"/>
              <a:gd name="connsiteY153" fmla="*/ 1857328 h 2237474"/>
              <a:gd name="connsiteX154" fmla="*/ 4065532 w 12192000"/>
              <a:gd name="connsiteY154" fmla="*/ 1855477 h 2237474"/>
              <a:gd name="connsiteX155" fmla="*/ 4028460 w 12192000"/>
              <a:gd name="connsiteY155" fmla="*/ 1855137 h 2237474"/>
              <a:gd name="connsiteX156" fmla="*/ 4002267 w 12192000"/>
              <a:gd name="connsiteY156" fmla="*/ 1852352 h 2237474"/>
              <a:gd name="connsiteX157" fmla="*/ 3931396 w 12192000"/>
              <a:gd name="connsiteY157" fmla="*/ 1858915 h 2237474"/>
              <a:gd name="connsiteX158" fmla="*/ 3812162 w 12192000"/>
              <a:gd name="connsiteY158" fmla="*/ 1875501 h 2237474"/>
              <a:gd name="connsiteX159" fmla="*/ 3767672 w 12192000"/>
              <a:gd name="connsiteY159" fmla="*/ 1874600 h 2237474"/>
              <a:gd name="connsiteX160" fmla="*/ 3764741 w 12192000"/>
              <a:gd name="connsiteY160" fmla="*/ 1869433 h 2237474"/>
              <a:gd name="connsiteX161" fmla="*/ 3751332 w 12192000"/>
              <a:gd name="connsiteY161" fmla="*/ 1869854 h 2237474"/>
              <a:gd name="connsiteX162" fmla="*/ 3748155 w 12192000"/>
              <a:gd name="connsiteY162" fmla="*/ 1868903 h 2237474"/>
              <a:gd name="connsiteX163" fmla="*/ 3729530 w 12192000"/>
              <a:gd name="connsiteY163" fmla="*/ 1864513 h 2237474"/>
              <a:gd name="connsiteX164" fmla="*/ 3680177 w 12192000"/>
              <a:gd name="connsiteY164" fmla="*/ 1881552 h 2237474"/>
              <a:gd name="connsiteX165" fmla="*/ 3567259 w 12192000"/>
              <a:gd name="connsiteY165" fmla="*/ 1893482 h 2237474"/>
              <a:gd name="connsiteX166" fmla="*/ 3405770 w 12192000"/>
              <a:gd name="connsiteY166" fmla="*/ 1904591 h 2237474"/>
              <a:gd name="connsiteX167" fmla="*/ 3280097 w 12192000"/>
              <a:gd name="connsiteY167" fmla="*/ 1919610 h 2237474"/>
              <a:gd name="connsiteX168" fmla="*/ 3123424 w 12192000"/>
              <a:gd name="connsiteY168" fmla="*/ 1952930 h 2237474"/>
              <a:gd name="connsiteX169" fmla="*/ 3009910 w 12192000"/>
              <a:gd name="connsiteY169" fmla="*/ 1957866 h 2237474"/>
              <a:gd name="connsiteX170" fmla="*/ 2995934 w 12192000"/>
              <a:gd name="connsiteY170" fmla="*/ 1967085 h 2237474"/>
              <a:gd name="connsiteX171" fmla="*/ 2980071 w 12192000"/>
              <a:gd name="connsiteY171" fmla="*/ 1972988 h 2237474"/>
              <a:gd name="connsiteX172" fmla="*/ 2978094 w 12192000"/>
              <a:gd name="connsiteY172" fmla="*/ 1972369 h 2237474"/>
              <a:gd name="connsiteX173" fmla="*/ 2942858 w 12192000"/>
              <a:gd name="connsiteY173" fmla="*/ 1981367 h 2237474"/>
              <a:gd name="connsiteX174" fmla="*/ 2875436 w 12192000"/>
              <a:gd name="connsiteY174" fmla="*/ 1996977 h 2237474"/>
              <a:gd name="connsiteX175" fmla="*/ 2874892 w 12192000"/>
              <a:gd name="connsiteY175" fmla="*/ 1996085 h 2237474"/>
              <a:gd name="connsiteX176" fmla="*/ 2864145 w 12192000"/>
              <a:gd name="connsiteY176" fmla="*/ 1994061 h 2237474"/>
              <a:gd name="connsiteX177" fmla="*/ 2843662 w 12192000"/>
              <a:gd name="connsiteY177" fmla="*/ 1992498 h 2237474"/>
              <a:gd name="connsiteX178" fmla="*/ 2796128 w 12192000"/>
              <a:gd name="connsiteY178" fmla="*/ 1976403 h 2237474"/>
              <a:gd name="connsiteX179" fmla="*/ 2756784 w 12192000"/>
              <a:gd name="connsiteY179" fmla="*/ 1985116 h 2237474"/>
              <a:gd name="connsiteX180" fmla="*/ 2748833 w 12192000"/>
              <a:gd name="connsiteY180" fmla="*/ 1986323 h 2237474"/>
              <a:gd name="connsiteX181" fmla="*/ 2748661 w 12192000"/>
              <a:gd name="connsiteY181" fmla="*/ 1986122 h 2237474"/>
              <a:gd name="connsiteX182" fmla="*/ 2740251 w 12192000"/>
              <a:gd name="connsiteY182" fmla="*/ 1986946 h 2237474"/>
              <a:gd name="connsiteX183" fmla="*/ 2718916 w 12192000"/>
              <a:gd name="connsiteY183" fmla="*/ 1990867 h 2237474"/>
              <a:gd name="connsiteX184" fmla="*/ 2713522 w 12192000"/>
              <a:gd name="connsiteY184" fmla="*/ 1990173 h 2237474"/>
              <a:gd name="connsiteX185" fmla="*/ 2680597 w 12192000"/>
              <a:gd name="connsiteY185" fmla="*/ 1984996 h 2237474"/>
              <a:gd name="connsiteX186" fmla="*/ 2578178 w 12192000"/>
              <a:gd name="connsiteY186" fmla="*/ 1990531 h 2237474"/>
              <a:gd name="connsiteX187" fmla="*/ 2476147 w 12192000"/>
              <a:gd name="connsiteY187" fmla="*/ 1998305 h 2237474"/>
              <a:gd name="connsiteX188" fmla="*/ 2373568 w 12192000"/>
              <a:gd name="connsiteY188" fmla="*/ 2003219 h 2237474"/>
              <a:gd name="connsiteX189" fmla="*/ 2321399 w 12192000"/>
              <a:gd name="connsiteY189" fmla="*/ 1989467 h 2237474"/>
              <a:gd name="connsiteX190" fmla="*/ 2315525 w 12192000"/>
              <a:gd name="connsiteY190" fmla="*/ 1989708 h 2237474"/>
              <a:gd name="connsiteX191" fmla="*/ 2300792 w 12192000"/>
              <a:gd name="connsiteY191" fmla="*/ 1994290 h 2237474"/>
              <a:gd name="connsiteX192" fmla="*/ 2295469 w 12192000"/>
              <a:gd name="connsiteY192" fmla="*/ 1996659 h 2237474"/>
              <a:gd name="connsiteX193" fmla="*/ 2287219 w 12192000"/>
              <a:gd name="connsiteY193" fmla="*/ 1998750 h 2237474"/>
              <a:gd name="connsiteX194" fmla="*/ 2286948 w 12192000"/>
              <a:gd name="connsiteY194" fmla="*/ 1998596 h 2237474"/>
              <a:gd name="connsiteX195" fmla="*/ 2243069 w 12192000"/>
              <a:gd name="connsiteY195" fmla="*/ 2015111 h 2237474"/>
              <a:gd name="connsiteX196" fmla="*/ 2186609 w 12192000"/>
              <a:gd name="connsiteY196" fmla="*/ 2008263 h 2237474"/>
              <a:gd name="connsiteX197" fmla="*/ 2164831 w 12192000"/>
              <a:gd name="connsiteY197" fmla="*/ 2010143 h 2237474"/>
              <a:gd name="connsiteX198" fmla="*/ 2152836 w 12192000"/>
              <a:gd name="connsiteY198" fmla="*/ 2010048 h 2237474"/>
              <a:gd name="connsiteX199" fmla="*/ 2117102 w 12192000"/>
              <a:gd name="connsiteY199" fmla="*/ 2023004 h 2237474"/>
              <a:gd name="connsiteX200" fmla="*/ 2111935 w 12192000"/>
              <a:gd name="connsiteY200" fmla="*/ 2023163 h 2237474"/>
              <a:gd name="connsiteX201" fmla="*/ 2089991 w 12192000"/>
              <a:gd name="connsiteY201" fmla="*/ 2034193 h 2237474"/>
              <a:gd name="connsiteX202" fmla="*/ 2058061 w 12192000"/>
              <a:gd name="connsiteY202" fmla="*/ 2047942 h 2237474"/>
              <a:gd name="connsiteX203" fmla="*/ 2055737 w 12192000"/>
              <a:gd name="connsiteY203" fmla="*/ 2047704 h 2237474"/>
              <a:gd name="connsiteX204" fmla="*/ 2042244 w 12192000"/>
              <a:gd name="connsiteY204" fmla="*/ 2055560 h 2237474"/>
              <a:gd name="connsiteX205" fmla="*/ 1976224 w 12192000"/>
              <a:gd name="connsiteY205" fmla="*/ 2074257 h 2237474"/>
              <a:gd name="connsiteX206" fmla="*/ 1877728 w 12192000"/>
              <a:gd name="connsiteY206" fmla="*/ 2101004 h 2237474"/>
              <a:gd name="connsiteX207" fmla="*/ 1759056 w 12192000"/>
              <a:gd name="connsiteY207" fmla="*/ 2125608 h 2237474"/>
              <a:gd name="connsiteX208" fmla="*/ 1637948 w 12192000"/>
              <a:gd name="connsiteY208" fmla="*/ 2172597 h 2237474"/>
              <a:gd name="connsiteX209" fmla="*/ 1434549 w 12192000"/>
              <a:gd name="connsiteY209" fmla="*/ 2234522 h 2237474"/>
              <a:gd name="connsiteX210" fmla="*/ 1398481 w 12192000"/>
              <a:gd name="connsiteY210" fmla="*/ 2237074 h 2237474"/>
              <a:gd name="connsiteX211" fmla="*/ 1398407 w 12192000"/>
              <a:gd name="connsiteY211" fmla="*/ 2237095 h 2237474"/>
              <a:gd name="connsiteX212" fmla="*/ 1370962 w 12192000"/>
              <a:gd name="connsiteY212" fmla="*/ 2237474 h 2237474"/>
              <a:gd name="connsiteX213" fmla="*/ 1356367 w 12192000"/>
              <a:gd name="connsiteY213" fmla="*/ 2235089 h 2237474"/>
              <a:gd name="connsiteX214" fmla="*/ 1324828 w 12192000"/>
              <a:gd name="connsiteY214" fmla="*/ 2231968 h 2237474"/>
              <a:gd name="connsiteX215" fmla="*/ 1297744 w 12192000"/>
              <a:gd name="connsiteY215" fmla="*/ 2235849 h 2237474"/>
              <a:gd name="connsiteX216" fmla="*/ 1286236 w 12192000"/>
              <a:gd name="connsiteY216" fmla="*/ 2233135 h 2237474"/>
              <a:gd name="connsiteX217" fmla="*/ 1283504 w 12192000"/>
              <a:gd name="connsiteY217" fmla="*/ 2233797 h 2237474"/>
              <a:gd name="connsiteX218" fmla="*/ 1279765 w 12192000"/>
              <a:gd name="connsiteY218" fmla="*/ 2229639 h 2237474"/>
              <a:gd name="connsiteX219" fmla="*/ 1195347 w 12192000"/>
              <a:gd name="connsiteY219" fmla="*/ 2212354 h 2237474"/>
              <a:gd name="connsiteX220" fmla="*/ 970251 w 12192000"/>
              <a:gd name="connsiteY220" fmla="*/ 2221029 h 2237474"/>
              <a:gd name="connsiteX221" fmla="*/ 812914 w 12192000"/>
              <a:gd name="connsiteY221" fmla="*/ 2202752 h 2237474"/>
              <a:gd name="connsiteX222" fmla="*/ 800195 w 12192000"/>
              <a:gd name="connsiteY222" fmla="*/ 2209407 h 2237474"/>
              <a:gd name="connsiteX223" fmla="*/ 784978 w 12192000"/>
              <a:gd name="connsiteY223" fmla="*/ 2212360 h 2237474"/>
              <a:gd name="connsiteX224" fmla="*/ 681987 w 12192000"/>
              <a:gd name="connsiteY224" fmla="*/ 2216757 h 2237474"/>
              <a:gd name="connsiteX225" fmla="*/ 669923 w 12192000"/>
              <a:gd name="connsiteY225" fmla="*/ 2211682 h 2237474"/>
              <a:gd name="connsiteX226" fmla="*/ 648680 w 12192000"/>
              <a:gd name="connsiteY226" fmla="*/ 2206229 h 2237474"/>
              <a:gd name="connsiteX227" fmla="*/ 597225 w 12192000"/>
              <a:gd name="connsiteY227" fmla="*/ 2180999 h 2237474"/>
              <a:gd name="connsiteX228" fmla="*/ 558449 w 12192000"/>
              <a:gd name="connsiteY228" fmla="*/ 2182346 h 2237474"/>
              <a:gd name="connsiteX229" fmla="*/ 550517 w 12192000"/>
              <a:gd name="connsiteY229" fmla="*/ 2182060 h 2237474"/>
              <a:gd name="connsiteX230" fmla="*/ 550309 w 12192000"/>
              <a:gd name="connsiteY230" fmla="*/ 2181825 h 2237474"/>
              <a:gd name="connsiteX231" fmla="*/ 541836 w 12192000"/>
              <a:gd name="connsiteY231" fmla="*/ 2181063 h 2237474"/>
              <a:gd name="connsiteX232" fmla="*/ 536057 w 12192000"/>
              <a:gd name="connsiteY232" fmla="*/ 2181537 h 2237474"/>
              <a:gd name="connsiteX233" fmla="*/ 520671 w 12192000"/>
              <a:gd name="connsiteY233" fmla="*/ 2180980 h 2237474"/>
              <a:gd name="connsiteX234" fmla="*/ 515024 w 12192000"/>
              <a:gd name="connsiteY234" fmla="*/ 2179258 h 2237474"/>
              <a:gd name="connsiteX235" fmla="*/ 512278 w 12192000"/>
              <a:gd name="connsiteY235" fmla="*/ 2176369 h 2237474"/>
              <a:gd name="connsiteX236" fmla="*/ 480419 w 12192000"/>
              <a:gd name="connsiteY236" fmla="*/ 2167807 h 2237474"/>
              <a:gd name="connsiteX237" fmla="*/ 413835 w 12192000"/>
              <a:gd name="connsiteY237" fmla="*/ 2156783 h 2237474"/>
              <a:gd name="connsiteX238" fmla="*/ 376513 w 12192000"/>
              <a:gd name="connsiteY238" fmla="*/ 2154014 h 2237474"/>
              <a:gd name="connsiteX239" fmla="*/ 273386 w 12192000"/>
              <a:gd name="connsiteY239" fmla="*/ 2142551 h 2237474"/>
              <a:gd name="connsiteX240" fmla="*/ 169207 w 12192000"/>
              <a:gd name="connsiteY240" fmla="*/ 2128100 h 2237474"/>
              <a:gd name="connsiteX241" fmla="*/ 93149 w 12192000"/>
              <a:gd name="connsiteY241" fmla="*/ 2105324 h 2237474"/>
              <a:gd name="connsiteX242" fmla="*/ 88109 w 12192000"/>
              <a:gd name="connsiteY242" fmla="*/ 2106704 h 2237474"/>
              <a:gd name="connsiteX243" fmla="*/ 80022 w 12192000"/>
              <a:gd name="connsiteY243" fmla="*/ 2107254 h 2237474"/>
              <a:gd name="connsiteX244" fmla="*/ 79717 w 12192000"/>
              <a:gd name="connsiteY244" fmla="*/ 2107046 h 2237474"/>
              <a:gd name="connsiteX245" fmla="*/ 72352 w 12192000"/>
              <a:gd name="connsiteY245" fmla="*/ 2107991 h 2237474"/>
              <a:gd name="connsiteX246" fmla="*/ 37645 w 12192000"/>
              <a:gd name="connsiteY246" fmla="*/ 2115401 h 2237474"/>
              <a:gd name="connsiteX247" fmla="*/ 4572 w 12192000"/>
              <a:gd name="connsiteY247" fmla="*/ 2111091 h 2237474"/>
              <a:gd name="connsiteX248" fmla="*/ 0 w 12192000"/>
              <a:gd name="connsiteY248" fmla="*/ 2110468 h 223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12192000" h="2237474">
                <a:moveTo>
                  <a:pt x="0" y="0"/>
                </a:moveTo>
                <a:lnTo>
                  <a:pt x="12192000" y="0"/>
                </a:lnTo>
                <a:lnTo>
                  <a:pt x="12192000" y="751299"/>
                </a:lnTo>
                <a:lnTo>
                  <a:pt x="12176759" y="759190"/>
                </a:lnTo>
                <a:cubicBezTo>
                  <a:pt x="12165968" y="763819"/>
                  <a:pt x="12157853" y="765770"/>
                  <a:pt x="12154948" y="762731"/>
                </a:cubicBezTo>
                <a:cubicBezTo>
                  <a:pt x="12116503" y="759396"/>
                  <a:pt x="12073342" y="763579"/>
                  <a:pt x="12047364" y="749662"/>
                </a:cubicBezTo>
                <a:cubicBezTo>
                  <a:pt x="12041261" y="730599"/>
                  <a:pt x="11914319" y="741909"/>
                  <a:pt x="11890686" y="732766"/>
                </a:cubicBezTo>
                <a:cubicBezTo>
                  <a:pt x="11832408" y="747890"/>
                  <a:pt x="11815359" y="777569"/>
                  <a:pt x="11782413" y="769868"/>
                </a:cubicBezTo>
                <a:cubicBezTo>
                  <a:pt x="11760031" y="763594"/>
                  <a:pt x="11675205" y="777151"/>
                  <a:pt x="11649954" y="749628"/>
                </a:cubicBezTo>
                <a:cubicBezTo>
                  <a:pt x="11608286" y="767874"/>
                  <a:pt x="11593031" y="740811"/>
                  <a:pt x="11560424" y="748017"/>
                </a:cubicBezTo>
                <a:cubicBezTo>
                  <a:pt x="11488916" y="747650"/>
                  <a:pt x="11449669" y="773362"/>
                  <a:pt x="11358455" y="747593"/>
                </a:cubicBezTo>
                <a:cubicBezTo>
                  <a:pt x="11316233" y="754756"/>
                  <a:pt x="11256313" y="713012"/>
                  <a:pt x="11165209" y="748852"/>
                </a:cubicBezTo>
                <a:cubicBezTo>
                  <a:pt x="11113345" y="753539"/>
                  <a:pt x="11140250" y="736122"/>
                  <a:pt x="11058755" y="749617"/>
                </a:cubicBezTo>
                <a:cubicBezTo>
                  <a:pt x="11036836" y="722990"/>
                  <a:pt x="10909903" y="759211"/>
                  <a:pt x="10884013" y="760728"/>
                </a:cubicBezTo>
                <a:cubicBezTo>
                  <a:pt x="10864519" y="743356"/>
                  <a:pt x="10853492" y="756172"/>
                  <a:pt x="10834688" y="757726"/>
                </a:cubicBezTo>
                <a:cubicBezTo>
                  <a:pt x="10826871" y="747343"/>
                  <a:pt x="10811086" y="746602"/>
                  <a:pt x="10805004" y="757573"/>
                </a:cubicBezTo>
                <a:cubicBezTo>
                  <a:pt x="10810951" y="784448"/>
                  <a:pt x="10744688" y="759043"/>
                  <a:pt x="10739478" y="776841"/>
                </a:cubicBezTo>
                <a:cubicBezTo>
                  <a:pt x="10678284" y="779408"/>
                  <a:pt x="10540854" y="756546"/>
                  <a:pt x="10458762" y="755400"/>
                </a:cubicBezTo>
                <a:cubicBezTo>
                  <a:pt x="10426976" y="747433"/>
                  <a:pt x="10362961" y="776166"/>
                  <a:pt x="10246919" y="769960"/>
                </a:cubicBezTo>
                <a:cubicBezTo>
                  <a:pt x="10231631" y="763610"/>
                  <a:pt x="10172943" y="749095"/>
                  <a:pt x="10167995" y="760843"/>
                </a:cubicBezTo>
                <a:cubicBezTo>
                  <a:pt x="10131971" y="759999"/>
                  <a:pt x="10021683" y="796978"/>
                  <a:pt x="9997044" y="780129"/>
                </a:cubicBezTo>
                <a:cubicBezTo>
                  <a:pt x="10001018" y="806225"/>
                  <a:pt x="9951331" y="779975"/>
                  <a:pt x="9943887" y="804141"/>
                </a:cubicBezTo>
                <a:lnTo>
                  <a:pt x="9918248" y="816628"/>
                </a:lnTo>
                <a:lnTo>
                  <a:pt x="9836148" y="858312"/>
                </a:lnTo>
                <a:lnTo>
                  <a:pt x="9823800" y="866604"/>
                </a:lnTo>
                <a:lnTo>
                  <a:pt x="9794684" y="864509"/>
                </a:lnTo>
                <a:lnTo>
                  <a:pt x="9778288" y="854362"/>
                </a:lnTo>
                <a:lnTo>
                  <a:pt x="9773886" y="857543"/>
                </a:lnTo>
                <a:cubicBezTo>
                  <a:pt x="9769008" y="863842"/>
                  <a:pt x="9766501" y="867741"/>
                  <a:pt x="9761459" y="862394"/>
                </a:cubicBezTo>
                <a:lnTo>
                  <a:pt x="9705768" y="894610"/>
                </a:lnTo>
                <a:cubicBezTo>
                  <a:pt x="9699860" y="897215"/>
                  <a:pt x="9692576" y="897590"/>
                  <a:pt x="9683005" y="894128"/>
                </a:cubicBezTo>
                <a:cubicBezTo>
                  <a:pt x="9664449" y="898200"/>
                  <a:pt x="9612100" y="914263"/>
                  <a:pt x="9594438" y="919051"/>
                </a:cubicBezTo>
                <a:lnTo>
                  <a:pt x="9577033" y="922857"/>
                </a:lnTo>
                <a:cubicBezTo>
                  <a:pt x="9568659" y="926175"/>
                  <a:pt x="9551353" y="936082"/>
                  <a:pt x="9544189" y="938966"/>
                </a:cubicBezTo>
                <a:cubicBezTo>
                  <a:pt x="9538380" y="940584"/>
                  <a:pt x="9541329" y="937538"/>
                  <a:pt x="9534048" y="940158"/>
                </a:cubicBezTo>
                <a:cubicBezTo>
                  <a:pt x="9533709" y="946069"/>
                  <a:pt x="9530854" y="951684"/>
                  <a:pt x="9500499" y="954680"/>
                </a:cubicBezTo>
                <a:cubicBezTo>
                  <a:pt x="9481230" y="968165"/>
                  <a:pt x="9456325" y="979029"/>
                  <a:pt x="9428195" y="986225"/>
                </a:cubicBezTo>
                <a:cubicBezTo>
                  <a:pt x="9422499" y="981315"/>
                  <a:pt x="9414660" y="991352"/>
                  <a:pt x="9410017" y="993931"/>
                </a:cubicBezTo>
                <a:cubicBezTo>
                  <a:pt x="9408360" y="990327"/>
                  <a:pt x="9395782" y="990863"/>
                  <a:pt x="9392919" y="994656"/>
                </a:cubicBezTo>
                <a:cubicBezTo>
                  <a:pt x="9310581" y="1024474"/>
                  <a:pt x="9345163" y="981210"/>
                  <a:pt x="9301293" y="1011593"/>
                </a:cubicBezTo>
                <a:cubicBezTo>
                  <a:pt x="9292916" y="1014346"/>
                  <a:pt x="9285483" y="1013807"/>
                  <a:pt x="9278619" y="1011878"/>
                </a:cubicBezTo>
                <a:lnTo>
                  <a:pt x="9268019" y="1007442"/>
                </a:lnTo>
                <a:lnTo>
                  <a:pt x="9234662" y="1023056"/>
                </a:lnTo>
                <a:cubicBezTo>
                  <a:pt x="9217868" y="1029197"/>
                  <a:pt x="9199852" y="1034202"/>
                  <a:pt x="9181033" y="1037921"/>
                </a:cubicBezTo>
                <a:cubicBezTo>
                  <a:pt x="9174974" y="1030923"/>
                  <a:pt x="9162516" y="1043719"/>
                  <a:pt x="9155969" y="1046804"/>
                </a:cubicBezTo>
                <a:cubicBezTo>
                  <a:pt x="9154734" y="1041866"/>
                  <a:pt x="9138567" y="1041606"/>
                  <a:pt x="9133985" y="1046450"/>
                </a:cubicBezTo>
                <a:cubicBezTo>
                  <a:pt x="9021681" y="1079910"/>
                  <a:pt x="9076377" y="1024799"/>
                  <a:pt x="9012987" y="1061986"/>
                </a:cubicBezTo>
                <a:lnTo>
                  <a:pt x="8968445" y="1052169"/>
                </a:lnTo>
                <a:lnTo>
                  <a:pt x="8958984" y="1057212"/>
                </a:lnTo>
                <a:cubicBezTo>
                  <a:pt x="8920115" y="1062770"/>
                  <a:pt x="8906181" y="1053838"/>
                  <a:pt x="8886001" y="1067468"/>
                </a:cubicBezTo>
                <a:cubicBezTo>
                  <a:pt x="8847384" y="1050046"/>
                  <a:pt x="8863283" y="1068286"/>
                  <a:pt x="8838610" y="1075091"/>
                </a:cubicBezTo>
                <a:cubicBezTo>
                  <a:pt x="8816007" y="1080079"/>
                  <a:pt x="8773923" y="1092257"/>
                  <a:pt x="8750383" y="1097387"/>
                </a:cubicBezTo>
                <a:cubicBezTo>
                  <a:pt x="8735450" y="1116502"/>
                  <a:pt x="8721220" y="1097372"/>
                  <a:pt x="8697365" y="1105869"/>
                </a:cubicBezTo>
                <a:cubicBezTo>
                  <a:pt x="8687037" y="1113735"/>
                  <a:pt x="8678781" y="1115961"/>
                  <a:pt x="8665605" y="1110791"/>
                </a:cubicBezTo>
                <a:cubicBezTo>
                  <a:pt x="8618410" y="1148662"/>
                  <a:pt x="8633049" y="1116609"/>
                  <a:pt x="8584946" y="1135226"/>
                </a:cubicBezTo>
                <a:cubicBezTo>
                  <a:pt x="8544020" y="1153499"/>
                  <a:pt x="8496232" y="1168229"/>
                  <a:pt x="8460755" y="1203427"/>
                </a:cubicBezTo>
                <a:cubicBezTo>
                  <a:pt x="8454928" y="1212828"/>
                  <a:pt x="8436573" y="1218574"/>
                  <a:pt x="8419755" y="1216260"/>
                </a:cubicBezTo>
                <a:cubicBezTo>
                  <a:pt x="8416861" y="1215863"/>
                  <a:pt x="8414124" y="1215234"/>
                  <a:pt x="8411626" y="1214397"/>
                </a:cubicBezTo>
                <a:cubicBezTo>
                  <a:pt x="8391326" y="1238641"/>
                  <a:pt x="8371389" y="1231045"/>
                  <a:pt x="8363469" y="1246658"/>
                </a:cubicBezTo>
                <a:cubicBezTo>
                  <a:pt x="8322316" y="1258746"/>
                  <a:pt x="8283162" y="1250600"/>
                  <a:pt x="8275497" y="1264396"/>
                </a:cubicBezTo>
                <a:cubicBezTo>
                  <a:pt x="8253233" y="1266996"/>
                  <a:pt x="8218383" y="1257577"/>
                  <a:pt x="8206287" y="1273060"/>
                </a:cubicBezTo>
                <a:cubicBezTo>
                  <a:pt x="8200396" y="1262794"/>
                  <a:pt x="8183827" y="1285000"/>
                  <a:pt x="8168705" y="1279956"/>
                </a:cubicBezTo>
                <a:cubicBezTo>
                  <a:pt x="8157611" y="1275235"/>
                  <a:pt x="8149996" y="1280870"/>
                  <a:pt x="8139997" y="1282713"/>
                </a:cubicBezTo>
                <a:cubicBezTo>
                  <a:pt x="8125566" y="1279776"/>
                  <a:pt x="8084128" y="1294221"/>
                  <a:pt x="8074238" y="1301895"/>
                </a:cubicBezTo>
                <a:cubicBezTo>
                  <a:pt x="8052170" y="1326903"/>
                  <a:pt x="7986951" y="1319381"/>
                  <a:pt x="7968292" y="1338779"/>
                </a:cubicBezTo>
                <a:cubicBezTo>
                  <a:pt x="7960694" y="1342282"/>
                  <a:pt x="7952937" y="1344333"/>
                  <a:pt x="7945122" y="1345477"/>
                </a:cubicBezTo>
                <a:lnTo>
                  <a:pt x="7922771" y="1346645"/>
                </a:lnTo>
                <a:lnTo>
                  <a:pt x="7915461" y="1342919"/>
                </a:lnTo>
                <a:lnTo>
                  <a:pt x="7902328" y="1345865"/>
                </a:lnTo>
                <a:lnTo>
                  <a:pt x="7898322" y="1345689"/>
                </a:lnTo>
                <a:lnTo>
                  <a:pt x="7875879" y="1345646"/>
                </a:lnTo>
                <a:cubicBezTo>
                  <a:pt x="7890672" y="1367295"/>
                  <a:pt x="7816428" y="1353520"/>
                  <a:pt x="7840612" y="1369373"/>
                </a:cubicBezTo>
                <a:cubicBezTo>
                  <a:pt x="7803208" y="1375918"/>
                  <a:pt x="7836041" y="1389289"/>
                  <a:pt x="7786819" y="1378970"/>
                </a:cubicBezTo>
                <a:cubicBezTo>
                  <a:pt x="7732613" y="1405648"/>
                  <a:pt x="7587405" y="1382806"/>
                  <a:pt x="7548172" y="1417460"/>
                </a:cubicBezTo>
                <a:cubicBezTo>
                  <a:pt x="7551327" y="1405830"/>
                  <a:pt x="7499280" y="1470447"/>
                  <a:pt x="7483437" y="1478152"/>
                </a:cubicBezTo>
                <a:cubicBezTo>
                  <a:pt x="7446517" y="1491067"/>
                  <a:pt x="7432754" y="1502351"/>
                  <a:pt x="7377870" y="1523319"/>
                </a:cubicBezTo>
                <a:cubicBezTo>
                  <a:pt x="7324166" y="1536168"/>
                  <a:pt x="7290459" y="1563749"/>
                  <a:pt x="7230737" y="1562633"/>
                </a:cubicBezTo>
                <a:cubicBezTo>
                  <a:pt x="7229794" y="1566487"/>
                  <a:pt x="7227568" y="1569908"/>
                  <a:pt x="7224458" y="1573008"/>
                </a:cubicBezTo>
                <a:lnTo>
                  <a:pt x="7213486" y="1580987"/>
                </a:lnTo>
                <a:lnTo>
                  <a:pt x="7210972" y="1580856"/>
                </a:lnTo>
                <a:lnTo>
                  <a:pt x="7183121" y="1595162"/>
                </a:lnTo>
                <a:lnTo>
                  <a:pt x="7164601" y="1606490"/>
                </a:lnTo>
                <a:lnTo>
                  <a:pt x="7159286" y="1606850"/>
                </a:lnTo>
                <a:cubicBezTo>
                  <a:pt x="7150961" y="1609262"/>
                  <a:pt x="7125743" y="1618162"/>
                  <a:pt x="7114651" y="1620959"/>
                </a:cubicBezTo>
                <a:cubicBezTo>
                  <a:pt x="7109310" y="1606138"/>
                  <a:pt x="7106695" y="1617324"/>
                  <a:pt x="7092727" y="1623628"/>
                </a:cubicBezTo>
                <a:cubicBezTo>
                  <a:pt x="7081313" y="1602012"/>
                  <a:pt x="7049394" y="1627301"/>
                  <a:pt x="7031309" y="1619451"/>
                </a:cubicBezTo>
                <a:cubicBezTo>
                  <a:pt x="7021305" y="1624569"/>
                  <a:pt x="7010515" y="1629587"/>
                  <a:pt x="6999084" y="1634317"/>
                </a:cubicBezTo>
                <a:lnTo>
                  <a:pt x="6992107" y="1636860"/>
                </a:lnTo>
                <a:lnTo>
                  <a:pt x="6991765" y="1636725"/>
                </a:lnTo>
                <a:cubicBezTo>
                  <a:pt x="6989813" y="1636884"/>
                  <a:pt x="6987353" y="1637572"/>
                  <a:pt x="6983996" y="1639040"/>
                </a:cubicBezTo>
                <a:lnTo>
                  <a:pt x="6979383" y="1641496"/>
                </a:lnTo>
                <a:lnTo>
                  <a:pt x="6900177" y="1636016"/>
                </a:lnTo>
                <a:cubicBezTo>
                  <a:pt x="6859708" y="1641136"/>
                  <a:pt x="6829973" y="1628753"/>
                  <a:pt x="6795372" y="1644845"/>
                </a:cubicBezTo>
                <a:cubicBezTo>
                  <a:pt x="6757466" y="1649571"/>
                  <a:pt x="6723150" y="1647290"/>
                  <a:pt x="6692251" y="1656357"/>
                </a:cubicBezTo>
                <a:cubicBezTo>
                  <a:pt x="6678032" y="1652894"/>
                  <a:pt x="6665282" y="1652445"/>
                  <a:pt x="6655235" y="1661869"/>
                </a:cubicBezTo>
                <a:cubicBezTo>
                  <a:pt x="6619334" y="1664040"/>
                  <a:pt x="6608179" y="1654034"/>
                  <a:pt x="6587857" y="1665769"/>
                </a:cubicBezTo>
                <a:lnTo>
                  <a:pt x="6554894" y="1664428"/>
                </a:lnTo>
                <a:lnTo>
                  <a:pt x="6551579" y="1662213"/>
                </a:lnTo>
                <a:lnTo>
                  <a:pt x="6545693" y="1661776"/>
                </a:lnTo>
                <a:lnTo>
                  <a:pt x="6530561" y="1664619"/>
                </a:lnTo>
                <a:lnTo>
                  <a:pt x="6525028" y="1666354"/>
                </a:lnTo>
                <a:cubicBezTo>
                  <a:pt x="6521154" y="1667301"/>
                  <a:pt x="6518510" y="1667613"/>
                  <a:pt x="6516595" y="1667475"/>
                </a:cubicBezTo>
                <a:lnTo>
                  <a:pt x="6516340" y="1667291"/>
                </a:lnTo>
                <a:lnTo>
                  <a:pt x="6508541" y="1668757"/>
                </a:lnTo>
                <a:cubicBezTo>
                  <a:pt x="6495493" y="1671715"/>
                  <a:pt x="6482908" y="1675051"/>
                  <a:pt x="6471012" y="1678604"/>
                </a:cubicBezTo>
                <a:cubicBezTo>
                  <a:pt x="6457809" y="1668164"/>
                  <a:pt x="6415506" y="1688334"/>
                  <a:pt x="6415265" y="1665317"/>
                </a:cubicBezTo>
                <a:cubicBezTo>
                  <a:pt x="6399063" y="1669446"/>
                  <a:pt x="6391173" y="1680085"/>
                  <a:pt x="6393343" y="1664672"/>
                </a:cubicBezTo>
                <a:lnTo>
                  <a:pt x="6380457" y="1662376"/>
                </a:lnTo>
                <a:lnTo>
                  <a:pt x="6280959" y="1689329"/>
                </a:lnTo>
                <a:lnTo>
                  <a:pt x="6266765" y="1695560"/>
                </a:lnTo>
                <a:cubicBezTo>
                  <a:pt x="6262331" y="1698152"/>
                  <a:pt x="6258580" y="1701192"/>
                  <a:pt x="6255823" y="1704850"/>
                </a:cubicBezTo>
                <a:cubicBezTo>
                  <a:pt x="6200184" y="1694834"/>
                  <a:pt x="6155082" y="1716996"/>
                  <a:pt x="6098321" y="1721646"/>
                </a:cubicBezTo>
                <a:cubicBezTo>
                  <a:pt x="6036511" y="1734126"/>
                  <a:pt x="5902526" y="1770074"/>
                  <a:pt x="5880652" y="1779643"/>
                </a:cubicBezTo>
                <a:cubicBezTo>
                  <a:pt x="5862008" y="1784877"/>
                  <a:pt x="5777344" y="1786304"/>
                  <a:pt x="5785959" y="1775307"/>
                </a:cubicBezTo>
                <a:cubicBezTo>
                  <a:pt x="5732223" y="1803618"/>
                  <a:pt x="5707481" y="1784706"/>
                  <a:pt x="5643534" y="1802919"/>
                </a:cubicBezTo>
                <a:lnTo>
                  <a:pt x="5518799" y="1818312"/>
                </a:lnTo>
                <a:lnTo>
                  <a:pt x="5505014" y="1819259"/>
                </a:lnTo>
                <a:lnTo>
                  <a:pt x="5499949" y="1814490"/>
                </a:lnTo>
                <a:lnTo>
                  <a:pt x="5453307" y="1815450"/>
                </a:lnTo>
                <a:cubicBezTo>
                  <a:pt x="5433075" y="1827706"/>
                  <a:pt x="5395563" y="1821122"/>
                  <a:pt x="5364192" y="1826074"/>
                </a:cubicBezTo>
                <a:lnTo>
                  <a:pt x="5350380" y="1830891"/>
                </a:lnTo>
                <a:lnTo>
                  <a:pt x="5259633" y="1837160"/>
                </a:lnTo>
                <a:lnTo>
                  <a:pt x="5197513" y="1844718"/>
                </a:lnTo>
                <a:lnTo>
                  <a:pt x="5184170" y="1849402"/>
                </a:lnTo>
                <a:lnTo>
                  <a:pt x="5168852" y="1844846"/>
                </a:lnTo>
                <a:cubicBezTo>
                  <a:pt x="5166986" y="1843561"/>
                  <a:pt x="5165478" y="1842127"/>
                  <a:pt x="5164370" y="1840597"/>
                </a:cubicBezTo>
                <a:lnTo>
                  <a:pt x="5114927" y="1847827"/>
                </a:lnTo>
                <a:lnTo>
                  <a:pt x="5108970" y="1847935"/>
                </a:lnTo>
                <a:lnTo>
                  <a:pt x="5067961" y="1845917"/>
                </a:lnTo>
                <a:lnTo>
                  <a:pt x="5007075" y="1838626"/>
                </a:lnTo>
                <a:cubicBezTo>
                  <a:pt x="4987003" y="1833546"/>
                  <a:pt x="4969259" y="1814096"/>
                  <a:pt x="4944087" y="1823332"/>
                </a:cubicBezTo>
                <a:cubicBezTo>
                  <a:pt x="4949882" y="1812650"/>
                  <a:pt x="4914396" y="1826154"/>
                  <a:pt x="4907662" y="1816900"/>
                </a:cubicBezTo>
                <a:cubicBezTo>
                  <a:pt x="4903760" y="1809237"/>
                  <a:pt x="4892087" y="1811549"/>
                  <a:pt x="4882386" y="1809844"/>
                </a:cubicBezTo>
                <a:cubicBezTo>
                  <a:pt x="4874062" y="1802609"/>
                  <a:pt x="4826962" y="1801349"/>
                  <a:pt x="4811440" y="1804655"/>
                </a:cubicBezTo>
                <a:cubicBezTo>
                  <a:pt x="4768806" y="1818748"/>
                  <a:pt x="4725356" y="1790961"/>
                  <a:pt x="4691075" y="1801389"/>
                </a:cubicBezTo>
                <a:cubicBezTo>
                  <a:pt x="4663743" y="1799478"/>
                  <a:pt x="4655044" y="1795479"/>
                  <a:pt x="4647449" y="1793181"/>
                </a:cubicBezTo>
                <a:lnTo>
                  <a:pt x="4645504" y="1787606"/>
                </a:lnTo>
                <a:lnTo>
                  <a:pt x="4632229" y="1785815"/>
                </a:lnTo>
                <a:lnTo>
                  <a:pt x="4629273" y="1784355"/>
                </a:lnTo>
                <a:cubicBezTo>
                  <a:pt x="4623639" y="1781544"/>
                  <a:pt x="4617950" y="1778917"/>
                  <a:pt x="4611738" y="1776964"/>
                </a:cubicBezTo>
                <a:cubicBezTo>
                  <a:pt x="4601379" y="1800272"/>
                  <a:pt x="4557197" y="1764196"/>
                  <a:pt x="4560070" y="1785640"/>
                </a:cubicBezTo>
                <a:lnTo>
                  <a:pt x="4536503" y="1785334"/>
                </a:lnTo>
                <a:lnTo>
                  <a:pt x="4513724" y="1791996"/>
                </a:lnTo>
                <a:lnTo>
                  <a:pt x="4501513" y="1799835"/>
                </a:lnTo>
                <a:lnTo>
                  <a:pt x="4459076" y="1813003"/>
                </a:lnTo>
                <a:lnTo>
                  <a:pt x="4459810" y="1797886"/>
                </a:lnTo>
                <a:lnTo>
                  <a:pt x="4379064" y="1817177"/>
                </a:lnTo>
                <a:lnTo>
                  <a:pt x="4319209" y="1834833"/>
                </a:lnTo>
                <a:lnTo>
                  <a:pt x="4306907" y="1841641"/>
                </a:lnTo>
                <a:lnTo>
                  <a:pt x="4290981" y="1839677"/>
                </a:lnTo>
                <a:cubicBezTo>
                  <a:pt x="4288909" y="1838717"/>
                  <a:pt x="4287163" y="1837555"/>
                  <a:pt x="4285792" y="1836231"/>
                </a:cubicBezTo>
                <a:lnTo>
                  <a:pt x="4238372" y="1851480"/>
                </a:lnTo>
                <a:lnTo>
                  <a:pt x="4232517" y="1852567"/>
                </a:lnTo>
                <a:lnTo>
                  <a:pt x="4191732" y="1857328"/>
                </a:lnTo>
                <a:lnTo>
                  <a:pt x="4065532" y="1855477"/>
                </a:lnTo>
                <a:cubicBezTo>
                  <a:pt x="4069305" y="1844009"/>
                  <a:pt x="4036780" y="1863138"/>
                  <a:pt x="4028460" y="1855137"/>
                </a:cubicBezTo>
                <a:cubicBezTo>
                  <a:pt x="4023224" y="1848238"/>
                  <a:pt x="4012138" y="1852433"/>
                  <a:pt x="4002267" y="1852352"/>
                </a:cubicBezTo>
                <a:cubicBezTo>
                  <a:pt x="3992749" y="1846600"/>
                  <a:pt x="3946095" y="1853107"/>
                  <a:pt x="3931396" y="1858915"/>
                </a:cubicBezTo>
                <a:cubicBezTo>
                  <a:pt x="3891932" y="1879798"/>
                  <a:pt x="3844059" y="1859600"/>
                  <a:pt x="3812162" y="1875501"/>
                </a:cubicBezTo>
                <a:cubicBezTo>
                  <a:pt x="3784875" y="1878116"/>
                  <a:pt x="3775574" y="1875612"/>
                  <a:pt x="3767672" y="1874600"/>
                </a:cubicBezTo>
                <a:lnTo>
                  <a:pt x="3764741" y="1869433"/>
                </a:lnTo>
                <a:lnTo>
                  <a:pt x="3751332" y="1869854"/>
                </a:lnTo>
                <a:lnTo>
                  <a:pt x="3748155" y="1868903"/>
                </a:lnTo>
                <a:cubicBezTo>
                  <a:pt x="3742091" y="1867062"/>
                  <a:pt x="3736007" y="1865414"/>
                  <a:pt x="3729530" y="1864513"/>
                </a:cubicBezTo>
                <a:cubicBezTo>
                  <a:pt x="3723549" y="1889158"/>
                  <a:pt x="3673453" y="1860919"/>
                  <a:pt x="3680177" y="1881552"/>
                </a:cubicBezTo>
                <a:cubicBezTo>
                  <a:pt x="3643549" y="1880892"/>
                  <a:pt x="3599470" y="1913398"/>
                  <a:pt x="3567259" y="1893482"/>
                </a:cubicBezTo>
                <a:cubicBezTo>
                  <a:pt x="3512865" y="1897927"/>
                  <a:pt x="3463644" y="1898121"/>
                  <a:pt x="3405770" y="1904591"/>
                </a:cubicBezTo>
                <a:cubicBezTo>
                  <a:pt x="3361027" y="1917619"/>
                  <a:pt x="3312439" y="1902759"/>
                  <a:pt x="3280097" y="1919610"/>
                </a:cubicBezTo>
                <a:cubicBezTo>
                  <a:pt x="3228353" y="1917339"/>
                  <a:pt x="3163854" y="1927961"/>
                  <a:pt x="3123424" y="1952930"/>
                </a:cubicBezTo>
                <a:cubicBezTo>
                  <a:pt x="3067921" y="1955455"/>
                  <a:pt x="3058626" y="1970554"/>
                  <a:pt x="3009910" y="1957866"/>
                </a:cubicBezTo>
                <a:cubicBezTo>
                  <a:pt x="3005875" y="1961558"/>
                  <a:pt x="3001138" y="1964570"/>
                  <a:pt x="2995934" y="1967085"/>
                </a:cubicBezTo>
                <a:lnTo>
                  <a:pt x="2980071" y="1972988"/>
                </a:lnTo>
                <a:lnTo>
                  <a:pt x="2978094" y="1972369"/>
                </a:lnTo>
                <a:lnTo>
                  <a:pt x="2942858" y="1981367"/>
                </a:lnTo>
                <a:lnTo>
                  <a:pt x="2875436" y="1996977"/>
                </a:lnTo>
                <a:lnTo>
                  <a:pt x="2874892" y="1996085"/>
                </a:lnTo>
                <a:cubicBezTo>
                  <a:pt x="2872808" y="1994277"/>
                  <a:pt x="2869648" y="1993306"/>
                  <a:pt x="2864145" y="1994061"/>
                </a:cubicBezTo>
                <a:cubicBezTo>
                  <a:pt x="2872218" y="1978115"/>
                  <a:pt x="2860603" y="1988862"/>
                  <a:pt x="2843662" y="1992498"/>
                </a:cubicBezTo>
                <a:cubicBezTo>
                  <a:pt x="2852423" y="1968542"/>
                  <a:pt x="2804535" y="1987804"/>
                  <a:pt x="2796128" y="1976403"/>
                </a:cubicBezTo>
                <a:cubicBezTo>
                  <a:pt x="2783487" y="1979614"/>
                  <a:pt x="2770278" y="1982573"/>
                  <a:pt x="2756784" y="1985116"/>
                </a:cubicBezTo>
                <a:lnTo>
                  <a:pt x="2748833" y="1986323"/>
                </a:lnTo>
                <a:cubicBezTo>
                  <a:pt x="2748775" y="1986256"/>
                  <a:pt x="2748719" y="1986188"/>
                  <a:pt x="2748661" y="1986122"/>
                </a:cubicBezTo>
                <a:cubicBezTo>
                  <a:pt x="2746906" y="1985902"/>
                  <a:pt x="2744280" y="1986117"/>
                  <a:pt x="2740251" y="1986946"/>
                </a:cubicBezTo>
                <a:lnTo>
                  <a:pt x="2718916" y="1990867"/>
                </a:lnTo>
                <a:lnTo>
                  <a:pt x="2713522" y="1990173"/>
                </a:lnTo>
                <a:lnTo>
                  <a:pt x="2680597" y="1984996"/>
                </a:lnTo>
                <a:cubicBezTo>
                  <a:pt x="2658416" y="1985461"/>
                  <a:pt x="2612251" y="1988312"/>
                  <a:pt x="2578178" y="1990531"/>
                </a:cubicBezTo>
                <a:cubicBezTo>
                  <a:pt x="2545413" y="1998704"/>
                  <a:pt x="2513846" y="1994934"/>
                  <a:pt x="2476147" y="1998305"/>
                </a:cubicBezTo>
                <a:cubicBezTo>
                  <a:pt x="2437134" y="2013637"/>
                  <a:pt x="2413847" y="1999542"/>
                  <a:pt x="2373568" y="2003219"/>
                </a:cubicBezTo>
                <a:cubicBezTo>
                  <a:pt x="2341422" y="2024631"/>
                  <a:pt x="2342856" y="1992997"/>
                  <a:pt x="2321399" y="1989467"/>
                </a:cubicBezTo>
                <a:lnTo>
                  <a:pt x="2315525" y="1989708"/>
                </a:lnTo>
                <a:lnTo>
                  <a:pt x="2300792" y="1994290"/>
                </a:lnTo>
                <a:lnTo>
                  <a:pt x="2295469" y="1996659"/>
                </a:lnTo>
                <a:cubicBezTo>
                  <a:pt x="2291722" y="1998049"/>
                  <a:pt x="2289127" y="1998665"/>
                  <a:pt x="2287219" y="1998750"/>
                </a:cubicBezTo>
                <a:lnTo>
                  <a:pt x="2286948" y="1998596"/>
                </a:lnTo>
                <a:lnTo>
                  <a:pt x="2243069" y="2015111"/>
                </a:lnTo>
                <a:cubicBezTo>
                  <a:pt x="2229030" y="2006206"/>
                  <a:pt x="2188966" y="2031217"/>
                  <a:pt x="2186609" y="2008263"/>
                </a:cubicBezTo>
                <a:cubicBezTo>
                  <a:pt x="2170936" y="2014251"/>
                  <a:pt x="2164097" y="2025782"/>
                  <a:pt x="2164831" y="2010143"/>
                </a:cubicBezTo>
                <a:cubicBezTo>
                  <a:pt x="2159536" y="2011705"/>
                  <a:pt x="2155830" y="2011340"/>
                  <a:pt x="2152836" y="2010048"/>
                </a:cubicBezTo>
                <a:lnTo>
                  <a:pt x="2117102" y="2023004"/>
                </a:lnTo>
                <a:lnTo>
                  <a:pt x="2111935" y="2023163"/>
                </a:lnTo>
                <a:lnTo>
                  <a:pt x="2089991" y="2034193"/>
                </a:lnTo>
                <a:lnTo>
                  <a:pt x="2058061" y="2047942"/>
                </a:lnTo>
                <a:lnTo>
                  <a:pt x="2055737" y="2047704"/>
                </a:lnTo>
                <a:lnTo>
                  <a:pt x="2042244" y="2055560"/>
                </a:lnTo>
                <a:cubicBezTo>
                  <a:pt x="2038090" y="2058656"/>
                  <a:pt x="1978623" y="2070285"/>
                  <a:pt x="1976224" y="2074257"/>
                </a:cubicBezTo>
                <a:cubicBezTo>
                  <a:pt x="1920172" y="2070662"/>
                  <a:pt x="1933546" y="2089824"/>
                  <a:pt x="1877728" y="2101004"/>
                </a:cubicBezTo>
                <a:cubicBezTo>
                  <a:pt x="1839146" y="2101989"/>
                  <a:pt x="1818769" y="2108983"/>
                  <a:pt x="1759056" y="2125608"/>
                </a:cubicBezTo>
                <a:cubicBezTo>
                  <a:pt x="1719091" y="2137539"/>
                  <a:pt x="1691494" y="2161097"/>
                  <a:pt x="1637948" y="2172597"/>
                </a:cubicBezTo>
                <a:cubicBezTo>
                  <a:pt x="1587306" y="2207053"/>
                  <a:pt x="1496241" y="2208973"/>
                  <a:pt x="1434549" y="2234522"/>
                </a:cubicBezTo>
                <a:cubicBezTo>
                  <a:pt x="1402655" y="2224964"/>
                  <a:pt x="1409212" y="2231152"/>
                  <a:pt x="1398481" y="2237074"/>
                </a:cubicBezTo>
                <a:cubicBezTo>
                  <a:pt x="1398456" y="2237082"/>
                  <a:pt x="1398432" y="2237089"/>
                  <a:pt x="1398407" y="2237095"/>
                </a:cubicBezTo>
                <a:lnTo>
                  <a:pt x="1370962" y="2237474"/>
                </a:lnTo>
                <a:lnTo>
                  <a:pt x="1356367" y="2235089"/>
                </a:lnTo>
                <a:cubicBezTo>
                  <a:pt x="1346056" y="2233320"/>
                  <a:pt x="1335986" y="2231930"/>
                  <a:pt x="1324828" y="2231968"/>
                </a:cubicBezTo>
                <a:lnTo>
                  <a:pt x="1297744" y="2235849"/>
                </a:lnTo>
                <a:lnTo>
                  <a:pt x="1286236" y="2233135"/>
                </a:lnTo>
                <a:lnTo>
                  <a:pt x="1283504" y="2233797"/>
                </a:lnTo>
                <a:lnTo>
                  <a:pt x="1279765" y="2229639"/>
                </a:lnTo>
                <a:cubicBezTo>
                  <a:pt x="1260110" y="2221111"/>
                  <a:pt x="1209850" y="2211602"/>
                  <a:pt x="1195347" y="2212354"/>
                </a:cubicBezTo>
                <a:cubicBezTo>
                  <a:pt x="1171903" y="2216875"/>
                  <a:pt x="1033292" y="2222456"/>
                  <a:pt x="970251" y="2221029"/>
                </a:cubicBezTo>
                <a:cubicBezTo>
                  <a:pt x="913858" y="2213074"/>
                  <a:pt x="864984" y="2224767"/>
                  <a:pt x="812914" y="2202752"/>
                </a:cubicBezTo>
                <a:cubicBezTo>
                  <a:pt x="809419" y="2205714"/>
                  <a:pt x="805091" y="2207855"/>
                  <a:pt x="800195" y="2209407"/>
                </a:cubicBezTo>
                <a:lnTo>
                  <a:pt x="784978" y="2212360"/>
                </a:lnTo>
                <a:lnTo>
                  <a:pt x="681987" y="2216757"/>
                </a:lnTo>
                <a:lnTo>
                  <a:pt x="669923" y="2211682"/>
                </a:lnTo>
                <a:cubicBezTo>
                  <a:pt x="675432" y="2197125"/>
                  <a:pt x="665394" y="2205767"/>
                  <a:pt x="648680" y="2206229"/>
                </a:cubicBezTo>
                <a:cubicBezTo>
                  <a:pt x="653511" y="2183723"/>
                  <a:pt x="607806" y="2194090"/>
                  <a:pt x="597225" y="2180999"/>
                </a:cubicBezTo>
                <a:cubicBezTo>
                  <a:pt x="584838" y="2181847"/>
                  <a:pt x="571827" y="2182333"/>
                  <a:pt x="558449" y="2182346"/>
                </a:cubicBezTo>
                <a:lnTo>
                  <a:pt x="550517" y="2182060"/>
                </a:lnTo>
                <a:lnTo>
                  <a:pt x="550309" y="2181825"/>
                </a:lnTo>
                <a:cubicBezTo>
                  <a:pt x="548471" y="2181269"/>
                  <a:pt x="545824" y="2180990"/>
                  <a:pt x="541836" y="2181063"/>
                </a:cubicBezTo>
                <a:lnTo>
                  <a:pt x="536057" y="2181537"/>
                </a:lnTo>
                <a:lnTo>
                  <a:pt x="520671" y="2180980"/>
                </a:lnTo>
                <a:lnTo>
                  <a:pt x="515024" y="2179258"/>
                </a:lnTo>
                <a:lnTo>
                  <a:pt x="512278" y="2176369"/>
                </a:lnTo>
                <a:lnTo>
                  <a:pt x="480419" y="2167807"/>
                </a:lnTo>
                <a:cubicBezTo>
                  <a:pt x="458012" y="2174781"/>
                  <a:pt x="449332" y="2162566"/>
                  <a:pt x="413835" y="2156783"/>
                </a:cubicBezTo>
                <a:cubicBezTo>
                  <a:pt x="401959" y="2163765"/>
                  <a:pt x="389622" y="2160522"/>
                  <a:pt x="376513" y="2154014"/>
                </a:cubicBezTo>
                <a:cubicBezTo>
                  <a:pt x="344376" y="2156059"/>
                  <a:pt x="311403" y="2146283"/>
                  <a:pt x="273386" y="2142551"/>
                </a:cubicBezTo>
                <a:cubicBezTo>
                  <a:pt x="236093" y="2150634"/>
                  <a:pt x="209811" y="2132011"/>
                  <a:pt x="169207" y="2128100"/>
                </a:cubicBezTo>
                <a:lnTo>
                  <a:pt x="93149" y="2105324"/>
                </a:lnTo>
                <a:lnTo>
                  <a:pt x="88109" y="2106704"/>
                </a:lnTo>
                <a:cubicBezTo>
                  <a:pt x="84511" y="2107398"/>
                  <a:pt x="81960" y="2107528"/>
                  <a:pt x="80022" y="2107254"/>
                </a:cubicBezTo>
                <a:lnTo>
                  <a:pt x="79717" y="2107046"/>
                </a:lnTo>
                <a:lnTo>
                  <a:pt x="72352" y="2107991"/>
                </a:lnTo>
                <a:cubicBezTo>
                  <a:pt x="60160" y="2110089"/>
                  <a:pt x="48530" y="2112610"/>
                  <a:pt x="37645" y="2115401"/>
                </a:cubicBezTo>
                <a:cubicBezTo>
                  <a:pt x="29688" y="2109582"/>
                  <a:pt x="16534" y="2111084"/>
                  <a:pt x="4572" y="2111091"/>
                </a:cubicBezTo>
                <a:lnTo>
                  <a:pt x="0" y="21104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E3BC0-63EB-95DA-578A-F4842FA7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741082"/>
            <a:ext cx="9274512" cy="949606"/>
          </a:xfrm>
        </p:spPr>
        <p:txBody>
          <a:bodyPr>
            <a:normAutofit/>
          </a:bodyPr>
          <a:lstStyle/>
          <a:p>
            <a:r>
              <a:rPr lang="en-GB" dirty="0" err="1"/>
              <a:t>Akkio</a:t>
            </a:r>
            <a:endParaRPr lang="en-GB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01A971-CEBD-4E4B-8529-3BB4F4100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0460" y="6189260"/>
            <a:ext cx="7831541" cy="668740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kkio Inc.: Reviews, case studies, momentum &amp; insights in 2023">
            <a:extLst>
              <a:ext uri="{FF2B5EF4-FFF2-40B4-BE49-F238E27FC236}">
                <a16:creationId xmlns:a16="http://schemas.microsoft.com/office/drawing/2014/main" id="{9471FEFB-2A80-964A-B065-E57EEB277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500" y1="31000" x2="50500" y2="33500"/>
                        <a14:foregroundMark x1="26500" y1="55500" x2="27000" y2="47500"/>
                        <a14:foregroundMark x1="49500" y1="69500" x2="48500" y2="69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057" y="125069"/>
            <a:ext cx="1518769" cy="151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9A752-F903-956D-A3C1-69FC669D3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871" y="2220899"/>
            <a:ext cx="10420689" cy="3959576"/>
          </a:xfrm>
        </p:spPr>
        <p:txBody>
          <a:bodyPr/>
          <a:lstStyle/>
          <a:p>
            <a:pPr marL="205740" indent="-205740" defTabSz="822960">
              <a:spcBef>
                <a:spcPts val="900"/>
              </a:spcBef>
            </a:pPr>
            <a:r>
              <a:rPr lang="en-GB" sz="25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 multiple large data sheets (e</a:t>
            </a:r>
            <a:r>
              <a:rPr lang="en-GB" sz="2520" dirty="0"/>
              <a:t>.g. Excel, csv – formatting can cause issues)</a:t>
            </a:r>
            <a:endParaRPr lang="en-GB" sz="252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05740" indent="-205740" defTabSz="822960">
              <a:spcBef>
                <a:spcPts val="900"/>
              </a:spcBef>
            </a:pPr>
            <a:r>
              <a:rPr lang="en-GB" sz="2520" dirty="0"/>
              <a:t>AI can be asked for any specific values</a:t>
            </a:r>
          </a:p>
          <a:p>
            <a:pPr marL="205740" indent="-205740" defTabSz="822960">
              <a:spcBef>
                <a:spcPts val="900"/>
              </a:spcBef>
            </a:pPr>
            <a:r>
              <a:rPr lang="en-GB" sz="2520" dirty="0"/>
              <a:t>Can produce forecast data</a:t>
            </a:r>
          </a:p>
          <a:p>
            <a:pPr marL="205740" indent="-205740" defTabSz="822960">
              <a:spcBef>
                <a:spcPts val="900"/>
              </a:spcBef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E777D4-7630-48E7-B345-538229B97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274" y="3657126"/>
            <a:ext cx="10010076" cy="305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24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E3BC0-63EB-95DA-578A-F4842FA7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GB" dirty="0" err="1"/>
              <a:t>Appypie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9A752-F903-956D-A3C1-69FC669D3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pPr marL="205740" indent="-205740" defTabSz="822960">
              <a:spcBef>
                <a:spcPts val="900"/>
              </a:spcBef>
            </a:pPr>
            <a:r>
              <a:rPr lang="en-GB" kern="1200" dirty="0">
                <a:latin typeface="+mn-lt"/>
                <a:ea typeface="+mn-ea"/>
                <a:cs typeface="+mn-cs"/>
              </a:rPr>
              <a:t>AI App Generator to help generate an app quickly (without coding knowledge)</a:t>
            </a:r>
          </a:p>
          <a:p>
            <a:pPr marL="205740" indent="-205740" defTabSz="822960">
              <a:spcBef>
                <a:spcPts val="900"/>
              </a:spcBef>
            </a:pPr>
            <a:r>
              <a:rPr lang="en-GB" dirty="0"/>
              <a:t>Text input –&gt; App output</a:t>
            </a:r>
          </a:p>
          <a:p>
            <a:pPr marL="205740" indent="-205740" defTabSz="822960">
              <a:spcBef>
                <a:spcPts val="900"/>
              </a:spcBef>
            </a:pPr>
            <a:r>
              <a:rPr lang="en-GB" dirty="0"/>
              <a:t>Can easily create an Android app and an iOS app</a:t>
            </a:r>
          </a:p>
          <a:p>
            <a:pPr marL="205740" indent="-205740" defTabSz="822960">
              <a:spcBef>
                <a:spcPts val="900"/>
              </a:spcBef>
            </a:pPr>
            <a:r>
              <a:rPr lang="en-GB" dirty="0"/>
              <a:t>Many alternatives exist but they all usually require some form of payment</a:t>
            </a:r>
          </a:p>
          <a:p>
            <a:pPr marL="205740" indent="-205740" defTabSz="822960">
              <a:spcBef>
                <a:spcPts val="900"/>
              </a:spcBef>
            </a:pP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D25E9-FDE9-0E00-1721-81033AD15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795" y="712376"/>
            <a:ext cx="2886480" cy="5446191"/>
          </a:xfrm>
          <a:prstGeom prst="rect">
            <a:avLst/>
          </a:prstGeom>
        </p:spPr>
      </p:pic>
      <p:pic>
        <p:nvPicPr>
          <p:cNvPr id="6" name="Picture 2" descr="Appy Pie">
            <a:extLst>
              <a:ext uri="{FF2B5EF4-FFF2-40B4-BE49-F238E27FC236}">
                <a16:creationId xmlns:a16="http://schemas.microsoft.com/office/drawing/2014/main" id="{0A5423EE-E0AA-C811-9269-EC28DBBAD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6444" y1="37778" x2="56444" y2="26222"/>
                        <a14:foregroundMark x1="76889" y1="22667" x2="80000" y2="25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609" y="231011"/>
            <a:ext cx="1323664" cy="132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488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E3BC0-63EB-95DA-578A-F4842FA7D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GB" dirty="0"/>
              <a:t>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9A752-F903-956D-A3C1-69FC669D3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1828800"/>
            <a:ext cx="3427001" cy="4273888"/>
          </a:xfrm>
        </p:spPr>
        <p:txBody>
          <a:bodyPr>
            <a:normAutofit fontScale="92500"/>
          </a:bodyPr>
          <a:lstStyle/>
          <a:p>
            <a:pPr marL="205740" indent="-205740" defTabSz="822960">
              <a:spcBef>
                <a:spcPts val="900"/>
              </a:spcBef>
            </a:pPr>
            <a:r>
              <a:rPr lang="en-GB" sz="2400" kern="1200" dirty="0">
                <a:latin typeface="+mn-lt"/>
                <a:ea typeface="+mn-ea"/>
                <a:cs typeface="+mn-cs"/>
              </a:rPr>
              <a:t>Still a very competitive data analysis tool</a:t>
            </a:r>
          </a:p>
          <a:p>
            <a:pPr marL="205740" indent="-205740" defTabSz="822960">
              <a:spcBef>
                <a:spcPts val="900"/>
              </a:spcBef>
            </a:pPr>
            <a:r>
              <a:rPr lang="en-GB" sz="2400" dirty="0"/>
              <a:t>Easy to process data, can create multiple visualisations</a:t>
            </a:r>
          </a:p>
          <a:p>
            <a:pPr marL="205740" indent="-205740" defTabSz="822960">
              <a:spcBef>
                <a:spcPts val="900"/>
              </a:spcBef>
            </a:pPr>
            <a:r>
              <a:rPr lang="en-GB" sz="2400" dirty="0"/>
              <a:t>Can create machine learning models</a:t>
            </a:r>
          </a:p>
          <a:p>
            <a:pPr marL="205740" indent="-205740" defTabSz="822960">
              <a:spcBef>
                <a:spcPts val="900"/>
              </a:spcBef>
            </a:pPr>
            <a:r>
              <a:rPr lang="en-GB" sz="2400" dirty="0"/>
              <a:t>Can use formulas to calculate data from clusters</a:t>
            </a:r>
          </a:p>
          <a:p>
            <a:pPr marL="205740" indent="-205740" defTabSz="822960">
              <a:spcBef>
                <a:spcPts val="900"/>
              </a:spcBef>
            </a:pPr>
            <a:r>
              <a:rPr lang="en-GB" sz="2400" dirty="0"/>
              <a:t>Can create quite complex neural networks</a:t>
            </a:r>
          </a:p>
          <a:p>
            <a:pPr marL="205740" indent="-205740" defTabSz="822960">
              <a:spcBef>
                <a:spcPts val="900"/>
              </a:spcBef>
            </a:pPr>
            <a:endParaRPr lang="en-GB" sz="2400" dirty="0"/>
          </a:p>
        </p:txBody>
      </p:sp>
      <p:pic>
        <p:nvPicPr>
          <p:cNvPr id="3076" name="Picture 4" descr="Building a Neural Network with Backpropagation in Excel (No Programming  Required!) | by Angela and Kezhan Shi | Towards AI">
            <a:extLst>
              <a:ext uri="{FF2B5EF4-FFF2-40B4-BE49-F238E27FC236}">
                <a16:creationId xmlns:a16="http://schemas.microsoft.com/office/drawing/2014/main" id="{16DDB3E3-7E43-0ED4-C0C2-F2EDC7C3F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36549" y="2060896"/>
            <a:ext cx="6858690" cy="312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Download Microsoft Excel Logo in SVG Vector or PNG File Format - Logo.wine">
            <a:extLst>
              <a:ext uri="{FF2B5EF4-FFF2-40B4-BE49-F238E27FC236}">
                <a16:creationId xmlns:a16="http://schemas.microsoft.com/office/drawing/2014/main" id="{808B9990-ED72-66D4-3BB7-1803F6AC2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6504" y="231011"/>
            <a:ext cx="1985496" cy="132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726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2970</TotalTime>
  <Words>341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Review of current AI’s</vt:lpstr>
      <vt:lpstr>ChatGPT</vt:lpstr>
      <vt:lpstr>Google Bard</vt:lpstr>
      <vt:lpstr>LaTeX OCR</vt:lpstr>
      <vt:lpstr>AnyPicker</vt:lpstr>
      <vt:lpstr>Consensus</vt:lpstr>
      <vt:lpstr>ChartGPT</vt:lpstr>
      <vt:lpstr>Vistext</vt:lpstr>
      <vt:lpstr>Akkio</vt:lpstr>
      <vt:lpstr>Appypie</vt:lpstr>
      <vt:lpstr>Excel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current AI’s</dc:title>
  <dc:creator>Edward Wilmouth</dc:creator>
  <cp:lastModifiedBy>Edward Wilmouth</cp:lastModifiedBy>
  <cp:revision>7</cp:revision>
  <dcterms:created xsi:type="dcterms:W3CDTF">2023-07-24T15:04:50Z</dcterms:created>
  <dcterms:modified xsi:type="dcterms:W3CDTF">2023-07-31T14:09:25Z</dcterms:modified>
</cp:coreProperties>
</file>